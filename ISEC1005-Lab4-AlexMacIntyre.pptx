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E9110-9157-4E97-905D-C6DF9B0A3665}" v="25" dt="2024-10-11T14:01:28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456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intyre,Alexander" userId="d49ab970-c6a3-4316-9dd7-996d581b739e" providerId="ADAL" clId="{3DAE9110-9157-4E97-905D-C6DF9B0A3665}"/>
    <pc:docChg chg="undo custSel addSld modSld">
      <pc:chgData name="Macintyre,Alexander" userId="d49ab970-c6a3-4316-9dd7-996d581b739e" providerId="ADAL" clId="{3DAE9110-9157-4E97-905D-C6DF9B0A3665}" dt="2024-10-11T14:05:21.822" v="1776"/>
      <pc:docMkLst>
        <pc:docMk/>
      </pc:docMkLst>
      <pc:sldChg chg="addSp delSp modSp mod setBg modAnim setClrOvrMap">
        <pc:chgData name="Macintyre,Alexander" userId="d49ab970-c6a3-4316-9dd7-996d581b739e" providerId="ADAL" clId="{3DAE9110-9157-4E97-905D-C6DF9B0A3665}" dt="2024-10-11T14:02:20.217" v="1616" actId="1076"/>
        <pc:sldMkLst>
          <pc:docMk/>
          <pc:sldMk cId="3888852368" sldId="256"/>
        </pc:sldMkLst>
        <pc:spChg chg="mod ord">
          <ac:chgData name="Macintyre,Alexander" userId="d49ab970-c6a3-4316-9dd7-996d581b739e" providerId="ADAL" clId="{3DAE9110-9157-4E97-905D-C6DF9B0A3665}" dt="2024-10-11T13:49:37.695" v="477" actId="1076"/>
          <ac:spMkLst>
            <pc:docMk/>
            <pc:sldMk cId="3888852368" sldId="256"/>
            <ac:spMk id="2" creationId="{427A8398-F9CC-DA53-2BF7-D37DBB1D02C5}"/>
          </ac:spMkLst>
        </pc:spChg>
        <pc:spChg chg="del">
          <ac:chgData name="Macintyre,Alexander" userId="d49ab970-c6a3-4316-9dd7-996d581b739e" providerId="ADAL" clId="{3DAE9110-9157-4E97-905D-C6DF9B0A3665}" dt="2024-10-11T13:42:12.700" v="327" actId="478"/>
          <ac:spMkLst>
            <pc:docMk/>
            <pc:sldMk cId="3888852368" sldId="256"/>
            <ac:spMk id="3" creationId="{963E425C-20F0-B75F-7E53-B3AFB1946297}"/>
          </ac:spMkLst>
        </pc:spChg>
        <pc:spChg chg="add mod">
          <ac:chgData name="Macintyre,Alexander" userId="d49ab970-c6a3-4316-9dd7-996d581b739e" providerId="ADAL" clId="{3DAE9110-9157-4E97-905D-C6DF9B0A3665}" dt="2024-10-11T13:49:41.617" v="478" actId="1076"/>
          <ac:spMkLst>
            <pc:docMk/>
            <pc:sldMk cId="3888852368" sldId="256"/>
            <ac:spMk id="8" creationId="{DD53A00E-E11F-4812-1AE8-D6974370EB72}"/>
          </ac:spMkLst>
        </pc:spChg>
        <pc:spChg chg="add mod">
          <ac:chgData name="Macintyre,Alexander" userId="d49ab970-c6a3-4316-9dd7-996d581b739e" providerId="ADAL" clId="{3DAE9110-9157-4E97-905D-C6DF9B0A3665}" dt="2024-10-11T13:50:02.132" v="484" actId="1076"/>
          <ac:spMkLst>
            <pc:docMk/>
            <pc:sldMk cId="3888852368" sldId="256"/>
            <ac:spMk id="9" creationId="{5AB8BAA8-AA72-3A02-9EE5-602A20F55AA1}"/>
          </ac:spMkLst>
        </pc:spChg>
        <pc:spChg chg="add del">
          <ac:chgData name="Macintyre,Alexander" userId="d49ab970-c6a3-4316-9dd7-996d581b739e" providerId="ADAL" clId="{3DAE9110-9157-4E97-905D-C6DF9B0A3665}" dt="2024-10-11T13:43:48.367" v="342" actId="26606"/>
          <ac:spMkLst>
            <pc:docMk/>
            <pc:sldMk cId="3888852368" sldId="256"/>
            <ac:spMk id="12" creationId="{0671A8AE-40A1-4631-A6B8-581AFF065482}"/>
          </ac:spMkLst>
        </pc:spChg>
        <pc:spChg chg="add del">
          <ac:chgData name="Macintyre,Alexander" userId="d49ab970-c6a3-4316-9dd7-996d581b739e" providerId="ADAL" clId="{3DAE9110-9157-4E97-905D-C6DF9B0A3665}" dt="2024-10-11T13:43:48.367" v="342" actId="26606"/>
          <ac:spMkLst>
            <pc:docMk/>
            <pc:sldMk cId="3888852368" sldId="256"/>
            <ac:spMk id="14" creationId="{AB58EF07-17C2-48CF-ABB0-EEF1F17CB8F0}"/>
          </ac:spMkLst>
        </pc:spChg>
        <pc:spChg chg="add del">
          <ac:chgData name="Macintyre,Alexander" userId="d49ab970-c6a3-4316-9dd7-996d581b739e" providerId="ADAL" clId="{3DAE9110-9157-4E97-905D-C6DF9B0A3665}" dt="2024-10-11T13:43:48.367" v="342" actId="26606"/>
          <ac:spMkLst>
            <pc:docMk/>
            <pc:sldMk cId="3888852368" sldId="256"/>
            <ac:spMk id="16" creationId="{AF2F604E-43BE-4DC3-B983-E071523364F8}"/>
          </ac:spMkLst>
        </pc:spChg>
        <pc:spChg chg="add del">
          <ac:chgData name="Macintyre,Alexander" userId="d49ab970-c6a3-4316-9dd7-996d581b739e" providerId="ADAL" clId="{3DAE9110-9157-4E97-905D-C6DF9B0A3665}" dt="2024-10-11T13:43:48.367" v="342" actId="26606"/>
          <ac:spMkLst>
            <pc:docMk/>
            <pc:sldMk cId="3888852368" sldId="256"/>
            <ac:spMk id="18" creationId="{08C9B587-E65E-4B52-B37C-ABEBB6E87928}"/>
          </ac:spMkLst>
        </pc:spChg>
        <pc:picChg chg="add del mod">
          <ac:chgData name="Macintyre,Alexander" userId="d49ab970-c6a3-4316-9dd7-996d581b739e" providerId="ADAL" clId="{3DAE9110-9157-4E97-905D-C6DF9B0A3665}" dt="2024-10-11T13:43:33.557" v="334" actId="478"/>
          <ac:picMkLst>
            <pc:docMk/>
            <pc:sldMk cId="3888852368" sldId="256"/>
            <ac:picMk id="5" creationId="{09C0982D-E5BB-B289-36C2-DE9BF107685C}"/>
          </ac:picMkLst>
        </pc:picChg>
        <pc:picChg chg="add mod">
          <ac:chgData name="Macintyre,Alexander" userId="d49ab970-c6a3-4316-9dd7-996d581b739e" providerId="ADAL" clId="{3DAE9110-9157-4E97-905D-C6DF9B0A3665}" dt="2024-10-11T14:02:20.217" v="1616" actId="1076"/>
          <ac:picMkLst>
            <pc:docMk/>
            <pc:sldMk cId="3888852368" sldId="256"/>
            <ac:picMk id="7" creationId="{BB27FD71-FA43-D345-5264-4A601B03B652}"/>
          </ac:picMkLst>
        </pc:picChg>
      </pc:sldChg>
      <pc:sldChg chg="modSp new mod">
        <pc:chgData name="Macintyre,Alexander" userId="d49ab970-c6a3-4316-9dd7-996d581b739e" providerId="ADAL" clId="{3DAE9110-9157-4E97-905D-C6DF9B0A3665}" dt="2024-10-11T14:02:36.740" v="1617" actId="20577"/>
        <pc:sldMkLst>
          <pc:docMk/>
          <pc:sldMk cId="2280122429" sldId="257"/>
        </pc:sldMkLst>
        <pc:spChg chg="mod">
          <ac:chgData name="Macintyre,Alexander" userId="d49ab970-c6a3-4316-9dd7-996d581b739e" providerId="ADAL" clId="{3DAE9110-9157-4E97-905D-C6DF9B0A3665}" dt="2024-10-11T13:35:45.780" v="57" actId="20577"/>
          <ac:spMkLst>
            <pc:docMk/>
            <pc:sldMk cId="2280122429" sldId="257"/>
            <ac:spMk id="2" creationId="{E4CB1D5E-64B6-FC27-6B7F-2989FCC2310B}"/>
          </ac:spMkLst>
        </pc:spChg>
        <pc:spChg chg="mod">
          <ac:chgData name="Macintyre,Alexander" userId="d49ab970-c6a3-4316-9dd7-996d581b739e" providerId="ADAL" clId="{3DAE9110-9157-4E97-905D-C6DF9B0A3665}" dt="2024-10-11T14:02:36.740" v="1617" actId="20577"/>
          <ac:spMkLst>
            <pc:docMk/>
            <pc:sldMk cId="2280122429" sldId="257"/>
            <ac:spMk id="3" creationId="{63FD89CD-DDE8-8F5E-9A4E-DF4767B499EE}"/>
          </ac:spMkLst>
        </pc:spChg>
      </pc:sldChg>
      <pc:sldChg chg="modSp new mod">
        <pc:chgData name="Macintyre,Alexander" userId="d49ab970-c6a3-4316-9dd7-996d581b739e" providerId="ADAL" clId="{3DAE9110-9157-4E97-905D-C6DF9B0A3665}" dt="2024-10-11T13:35:58.342" v="96" actId="20577"/>
        <pc:sldMkLst>
          <pc:docMk/>
          <pc:sldMk cId="2485144149" sldId="258"/>
        </pc:sldMkLst>
        <pc:spChg chg="mod">
          <ac:chgData name="Macintyre,Alexander" userId="d49ab970-c6a3-4316-9dd7-996d581b739e" providerId="ADAL" clId="{3DAE9110-9157-4E97-905D-C6DF9B0A3665}" dt="2024-10-11T13:35:58.342" v="96" actId="20577"/>
          <ac:spMkLst>
            <pc:docMk/>
            <pc:sldMk cId="2485144149" sldId="258"/>
            <ac:spMk id="2" creationId="{875AD52F-90B8-598A-7976-BF7D9AA7BE51}"/>
          </ac:spMkLst>
        </pc:spChg>
      </pc:sldChg>
      <pc:sldChg chg="modSp new mod">
        <pc:chgData name="Macintyre,Alexander" userId="d49ab970-c6a3-4316-9dd7-996d581b739e" providerId="ADAL" clId="{3DAE9110-9157-4E97-905D-C6DF9B0A3665}" dt="2024-10-11T13:36:19.600" v="144" actId="20577"/>
        <pc:sldMkLst>
          <pc:docMk/>
          <pc:sldMk cId="665821343" sldId="259"/>
        </pc:sldMkLst>
        <pc:spChg chg="mod">
          <ac:chgData name="Macintyre,Alexander" userId="d49ab970-c6a3-4316-9dd7-996d581b739e" providerId="ADAL" clId="{3DAE9110-9157-4E97-905D-C6DF9B0A3665}" dt="2024-10-11T13:36:19.600" v="144" actId="20577"/>
          <ac:spMkLst>
            <pc:docMk/>
            <pc:sldMk cId="665821343" sldId="259"/>
            <ac:spMk id="2" creationId="{0A4141C6-95BA-5A30-A8F2-EB5818E44425}"/>
          </ac:spMkLst>
        </pc:spChg>
      </pc:sldChg>
      <pc:sldChg chg="modSp new mod">
        <pc:chgData name="Macintyre,Alexander" userId="d49ab970-c6a3-4316-9dd7-996d581b739e" providerId="ADAL" clId="{3DAE9110-9157-4E97-905D-C6DF9B0A3665}" dt="2024-10-11T14:01:39.547" v="1615" actId="20577"/>
        <pc:sldMkLst>
          <pc:docMk/>
          <pc:sldMk cId="4035862285" sldId="260"/>
        </pc:sldMkLst>
        <pc:spChg chg="mod">
          <ac:chgData name="Macintyre,Alexander" userId="d49ab970-c6a3-4316-9dd7-996d581b739e" providerId="ADAL" clId="{3DAE9110-9157-4E97-905D-C6DF9B0A3665}" dt="2024-10-11T13:35:26.787" v="33" actId="20577"/>
          <ac:spMkLst>
            <pc:docMk/>
            <pc:sldMk cId="4035862285" sldId="260"/>
            <ac:spMk id="2" creationId="{60298A2B-68BC-8918-011A-5F90D29A60F7}"/>
          </ac:spMkLst>
        </pc:spChg>
        <pc:spChg chg="mod">
          <ac:chgData name="Macintyre,Alexander" userId="d49ab970-c6a3-4316-9dd7-996d581b739e" providerId="ADAL" clId="{3DAE9110-9157-4E97-905D-C6DF9B0A3665}" dt="2024-10-11T14:01:39.547" v="1615" actId="20577"/>
          <ac:spMkLst>
            <pc:docMk/>
            <pc:sldMk cId="4035862285" sldId="260"/>
            <ac:spMk id="3" creationId="{B569B7C4-9ECB-EC44-4BEB-570FE0323BCE}"/>
          </ac:spMkLst>
        </pc:spChg>
      </pc:sldChg>
      <pc:sldChg chg="modSp new mod">
        <pc:chgData name="Macintyre,Alexander" userId="d49ab970-c6a3-4316-9dd7-996d581b739e" providerId="ADAL" clId="{3DAE9110-9157-4E97-905D-C6DF9B0A3665}" dt="2024-10-11T13:36:34.193" v="196" actId="20577"/>
        <pc:sldMkLst>
          <pc:docMk/>
          <pc:sldMk cId="323597543" sldId="261"/>
        </pc:sldMkLst>
        <pc:spChg chg="mod">
          <ac:chgData name="Macintyre,Alexander" userId="d49ab970-c6a3-4316-9dd7-996d581b739e" providerId="ADAL" clId="{3DAE9110-9157-4E97-905D-C6DF9B0A3665}" dt="2024-10-11T13:36:34.193" v="196" actId="20577"/>
          <ac:spMkLst>
            <pc:docMk/>
            <pc:sldMk cId="323597543" sldId="261"/>
            <ac:spMk id="2" creationId="{B2CDCDE0-3404-5630-7B4F-25DA7DFD6A9A}"/>
          </ac:spMkLst>
        </pc:spChg>
      </pc:sldChg>
      <pc:sldChg chg="modSp new mod">
        <pc:chgData name="Macintyre,Alexander" userId="d49ab970-c6a3-4316-9dd7-996d581b739e" providerId="ADAL" clId="{3DAE9110-9157-4E97-905D-C6DF9B0A3665}" dt="2024-10-11T13:36:49.858" v="266" actId="20577"/>
        <pc:sldMkLst>
          <pc:docMk/>
          <pc:sldMk cId="3374485331" sldId="262"/>
        </pc:sldMkLst>
        <pc:spChg chg="mod">
          <ac:chgData name="Macintyre,Alexander" userId="d49ab970-c6a3-4316-9dd7-996d581b739e" providerId="ADAL" clId="{3DAE9110-9157-4E97-905D-C6DF9B0A3665}" dt="2024-10-11T13:36:49.858" v="266" actId="20577"/>
          <ac:spMkLst>
            <pc:docMk/>
            <pc:sldMk cId="3374485331" sldId="262"/>
            <ac:spMk id="2" creationId="{55C9EE91-D7C0-2089-E15F-96A3BBD522D2}"/>
          </ac:spMkLst>
        </pc:spChg>
      </pc:sldChg>
      <pc:sldChg chg="addSp delSp modSp new mod">
        <pc:chgData name="Macintyre,Alexander" userId="d49ab970-c6a3-4316-9dd7-996d581b739e" providerId="ADAL" clId="{3DAE9110-9157-4E97-905D-C6DF9B0A3665}" dt="2024-10-11T13:38:27.899" v="304" actId="478"/>
        <pc:sldMkLst>
          <pc:docMk/>
          <pc:sldMk cId="132464145" sldId="263"/>
        </pc:sldMkLst>
        <pc:spChg chg="mod">
          <ac:chgData name="Macintyre,Alexander" userId="d49ab970-c6a3-4316-9dd7-996d581b739e" providerId="ADAL" clId="{3DAE9110-9157-4E97-905D-C6DF9B0A3665}" dt="2024-10-11T13:37:38.882" v="287" actId="20577"/>
          <ac:spMkLst>
            <pc:docMk/>
            <pc:sldMk cId="132464145" sldId="263"/>
            <ac:spMk id="2" creationId="{97570F80-B249-913B-2726-6876393AF538}"/>
          </ac:spMkLst>
        </pc:spChg>
        <pc:spChg chg="del">
          <ac:chgData name="Macintyre,Alexander" userId="d49ab970-c6a3-4316-9dd7-996d581b739e" providerId="ADAL" clId="{3DAE9110-9157-4E97-905D-C6DF9B0A3665}" dt="2024-10-11T13:38:27.899" v="304" actId="478"/>
          <ac:spMkLst>
            <pc:docMk/>
            <pc:sldMk cId="132464145" sldId="263"/>
            <ac:spMk id="3" creationId="{B7BE3AB4-0383-6085-3231-CBB1BF5F2061}"/>
          </ac:spMkLst>
        </pc:spChg>
        <pc:picChg chg="add mod">
          <ac:chgData name="Macintyre,Alexander" userId="d49ab970-c6a3-4316-9dd7-996d581b739e" providerId="ADAL" clId="{3DAE9110-9157-4E97-905D-C6DF9B0A3665}" dt="2024-10-11T13:38:24.096" v="303" actId="1076"/>
          <ac:picMkLst>
            <pc:docMk/>
            <pc:sldMk cId="132464145" sldId="263"/>
            <ac:picMk id="1026" creationId="{76B69A89-3CD3-30C2-2C99-18591B16191C}"/>
          </ac:picMkLst>
        </pc:picChg>
      </pc:sldChg>
      <pc:sldChg chg="modSp new mod">
        <pc:chgData name="Macintyre,Alexander" userId="d49ab970-c6a3-4316-9dd7-996d581b739e" providerId="ADAL" clId="{3DAE9110-9157-4E97-905D-C6DF9B0A3665}" dt="2024-10-11T13:37:45.060" v="301" actId="20577"/>
        <pc:sldMkLst>
          <pc:docMk/>
          <pc:sldMk cId="2371447474" sldId="264"/>
        </pc:sldMkLst>
        <pc:spChg chg="mod">
          <ac:chgData name="Macintyre,Alexander" userId="d49ab970-c6a3-4316-9dd7-996d581b739e" providerId="ADAL" clId="{3DAE9110-9157-4E97-905D-C6DF9B0A3665}" dt="2024-10-11T13:37:45.060" v="301" actId="20577"/>
          <ac:spMkLst>
            <pc:docMk/>
            <pc:sldMk cId="2371447474" sldId="264"/>
            <ac:spMk id="2" creationId="{64BDA63B-F758-8647-B02F-0E905DD650F0}"/>
          </ac:spMkLst>
        </pc:spChg>
      </pc:sldChg>
      <pc:sldChg chg="modSp new mod">
        <pc:chgData name="Macintyre,Alexander" userId="d49ab970-c6a3-4316-9dd7-996d581b739e" providerId="ADAL" clId="{3DAE9110-9157-4E97-905D-C6DF9B0A3665}" dt="2024-10-11T14:05:21.822" v="1776"/>
        <pc:sldMkLst>
          <pc:docMk/>
          <pc:sldMk cId="2512926838" sldId="265"/>
        </pc:sldMkLst>
        <pc:spChg chg="mod">
          <ac:chgData name="Macintyre,Alexander" userId="d49ab970-c6a3-4316-9dd7-996d581b739e" providerId="ADAL" clId="{3DAE9110-9157-4E97-905D-C6DF9B0A3665}" dt="2024-10-11T13:57:58.376" v="1344" actId="20577"/>
          <ac:spMkLst>
            <pc:docMk/>
            <pc:sldMk cId="2512926838" sldId="265"/>
            <ac:spMk id="2" creationId="{AE6A9293-6207-4309-7659-5399478D9779}"/>
          </ac:spMkLst>
        </pc:spChg>
        <pc:spChg chg="mod">
          <ac:chgData name="Macintyre,Alexander" userId="d49ab970-c6a3-4316-9dd7-996d581b739e" providerId="ADAL" clId="{3DAE9110-9157-4E97-905D-C6DF9B0A3665}" dt="2024-10-11T14:05:21.822" v="1776"/>
          <ac:spMkLst>
            <pc:docMk/>
            <pc:sldMk cId="2512926838" sldId="265"/>
            <ac:spMk id="3" creationId="{675934F9-0ACE-705B-4857-6FACCFCCAC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ECF38-B7AD-BD21-535F-37A5BD4C2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25050-AF01-FE13-7A2F-A46A8BE6D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C6D1A-DFF8-77E8-6E1C-078972BE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CB928-DA0B-BF12-F880-4DAE024B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8E676-F9C3-BAA0-43EB-028498B4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216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485F-08E2-F42F-90E9-55707458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98864-0548-F62B-02F1-F58595C6A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9550D-D337-1C3F-F47D-FCE1D63A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10D-27D3-AF0D-9196-38D42401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E10EA-1946-425A-07D1-F0B5A741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920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D9FB-5116-B5D3-9B26-9D1B7BF3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BBD04-565C-23CF-DEFE-575B54C46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B83A3-079B-0575-6496-939ECA94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A5741-8ADF-2C03-8E0C-48DDBDA9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FA50C-9CF4-83A8-CB3A-3D59F8AC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944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FA3D-06B4-B7A0-49A6-94FECFD4A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9957-4F19-8EAA-AE60-E6F0658B1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B5D05-A97C-23D8-6231-128C87D2D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52B75-9A5E-ABD7-2B45-CA520400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23509-C12B-0082-05A6-3F9E3799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37922-5B0F-931C-65E1-17831C30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234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C61A-DB5C-EA90-CAF2-30CED96B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28F46-7DFF-1161-D7B6-D1799019E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617D0-0145-ABBE-A107-4FAF40A03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77D64-E699-B2BB-EC22-16D01C381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AFDB3-A517-995B-0BF8-50817EA58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30C975-445C-1804-4C29-87D64853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84CB15-74E3-AEB8-15B1-12490349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B17CF6-5EC3-0531-6B00-DC25C91F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70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F798-10A0-50C8-326E-A8F996EC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4BB63-7EA2-C0D1-9E54-9285C4E6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17EAC-C4AA-7125-86F8-D57BFDCE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A7302-E655-FF2E-D866-367C23D8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184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D869C7-B961-0EBF-CBA4-C0715C19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B5BCE-7022-4D90-F2A1-5D6AA95E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5A942-AD4E-5174-D6A3-AD05B663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72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73F6-1661-EC46-CF4D-9FA036C4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88093-9FB0-B224-0D95-0DAD4DAA5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86E53-8AC4-B691-3653-A003C7981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2E266-0E08-5B47-80B7-3D817AC6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E1E70-20CC-E2A1-2072-3003B3B2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620F7-2A69-DCA2-42A8-54FC6DDD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81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6351-0A7A-DBBE-5CF3-CFED2DE5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1F146-AE7D-B1F1-F059-6AE6B0192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3D55C-DFC6-BB26-6171-9A9660413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71A6B-D8FA-C677-1F91-1CE064AB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EA6EC-F280-C248-18C3-0C80E5CC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E837C-8CF4-4B3C-F4C0-756BFB26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803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C50E-70CD-DFCB-AAB9-A37C67E9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5EFF7-E0FD-8C68-3C34-ABC027F53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A6DB8-698F-BB98-DF42-0815EDBF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A3341-755E-F9A7-7CC2-AF65F480E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1DED7-5969-2CB6-23B5-E5405AB9C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463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DE269-5A11-2BDB-FD27-93FFA6251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EAE5B-9DFD-1E00-2807-946A69753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1E452-A59A-DFA2-EE6A-9F873C6F6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947EA-31E0-249D-C617-823E3EFFF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7CE10-5FEA-1B8C-C8AA-DABD016D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412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EBE5D-17B8-BF35-A5CD-30CD45AC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16845-FD5E-4016-B103-71B80DB68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86881-E382-0763-4F4C-730D547A8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EF542-10D1-44C4-A875-B4669B99094B}" type="datetimeFigureOut">
              <a:rPr lang="en-CA" smtClean="0"/>
              <a:t>2024-10-11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5C542-7671-90D1-E211-07349B5B5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71877-8A63-07E1-54BD-CFAE20520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41171-4D2F-4BF1-A830-B040F32F26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479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lpedia.caad.fkie.fraunhofer.de/actor/ghostemperor" TargetMode="External"/><Relationship Id="rId7" Type="http://schemas.openxmlformats.org/officeDocument/2006/relationships/hyperlink" Target="https://www.sygnia.co/blog/ghost-emperor-demodex-rootkit/" TargetMode="External"/><Relationship Id="rId2" Type="http://schemas.openxmlformats.org/officeDocument/2006/relationships/hyperlink" Target="https://www.craiyon.com/image/GFhfcFKnSu6_T8XoXAUQbQ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rkreading.com/threat-intelligence/notorious-chinese-hacker-gang-re-emerges-after-two-years" TargetMode="External"/><Relationship Id="rId5" Type="http://schemas.openxmlformats.org/officeDocument/2006/relationships/hyperlink" Target="https://www.welivesecurity.com/2021/09/23/famoussparrow-suspicious-hotel-guest/" TargetMode="External"/><Relationship Id="rId4" Type="http://schemas.openxmlformats.org/officeDocument/2006/relationships/hyperlink" Target="https://usa.kaspersky.com/about/press-releases/ghostemperor-apt-targets-high-profile-victims-using-unknown-rootki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ulnera.com/newswire/chinese-hacking-group-breaches-major-u-s-broadband-providers/" TargetMode="External"/><Relationship Id="rId2" Type="http://schemas.openxmlformats.org/officeDocument/2006/relationships/hyperlink" Target="https://www.computerweekly.com/news/366550212/Zero-day-that-forced-Barracuda-users-to-bin-kit-was-exploited-by-Chin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chcrunch.com/2024/10/07/the-30-year-old-internet-backdoor-law-that-came-back-to-bit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7FD71-FA43-D345-5264-4A601B03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1" r="9089" b="17006"/>
          <a:stretch/>
        </p:blipFill>
        <p:spPr>
          <a:xfrm>
            <a:off x="3756454" y="10"/>
            <a:ext cx="866851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A8398-F9CC-DA53-2BF7-D37DBB1D0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070" y="1871452"/>
            <a:ext cx="4177491" cy="1350126"/>
          </a:xfrm>
        </p:spPr>
        <p:txBody>
          <a:bodyPr anchor="b"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  <a:latin typeface="Wide Latin" panose="020A0A07050505020404" pitchFamily="18" charset="0"/>
              </a:rPr>
              <a:t>Ghost Emperor </a:t>
            </a:r>
            <a:endParaRPr lang="en-CA" sz="3700" dirty="0">
              <a:solidFill>
                <a:schemeClr val="bg1"/>
              </a:solidFill>
              <a:latin typeface="Wide Latin" panose="020A0A070505050204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3A00E-E11F-4812-1AE8-D6974370EB72}"/>
              </a:ext>
            </a:extLst>
          </p:cNvPr>
          <p:cNvSpPr txBox="1"/>
          <p:nvPr/>
        </p:nvSpPr>
        <p:spPr>
          <a:xfrm>
            <a:off x="356104" y="3429000"/>
            <a:ext cx="4643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Also known as SaltTyphoon,  FamousSparrow, or UNC2286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8BAA8-AA72-3A02-9EE5-602A20F55AA1}"/>
              </a:ext>
            </a:extLst>
          </p:cNvPr>
          <p:cNvSpPr txBox="1"/>
          <p:nvPr/>
        </p:nvSpPr>
        <p:spPr>
          <a:xfrm>
            <a:off x="589070" y="4075331"/>
            <a:ext cx="44923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 Chinese affiliated APT</a:t>
            </a:r>
            <a:endParaRPr lang="en-CA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85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1D5E-64B6-FC27-6B7F-2989FCC2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Ghost Emperor?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89CD-DDE8-8F5E-9A4E-DF4767B49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Chinese hacking organization responsible for devastating rootkit based attacks. </a:t>
            </a:r>
          </a:p>
          <a:p>
            <a:pPr marL="0" indent="0">
              <a:buNone/>
            </a:pPr>
            <a:r>
              <a:rPr lang="en-US" dirty="0"/>
              <a:t>They are known for their mysterious positioning and have been given several different names by cybersecurity groups.</a:t>
            </a:r>
          </a:p>
          <a:p>
            <a:pPr marL="0" indent="0">
              <a:buNone/>
            </a:pPr>
            <a:r>
              <a:rPr lang="en-US" dirty="0"/>
              <a:t>They are known as:</a:t>
            </a:r>
          </a:p>
          <a:p>
            <a:r>
              <a:rPr lang="en-US" dirty="0" err="1"/>
              <a:t>GhostEmperor</a:t>
            </a:r>
            <a:r>
              <a:rPr lang="en-US" dirty="0"/>
              <a:t> (by </a:t>
            </a:r>
            <a:r>
              <a:rPr lang="en-US" dirty="0" err="1"/>
              <a:t>Kapersky</a:t>
            </a:r>
            <a:r>
              <a:rPr lang="en-US" dirty="0"/>
              <a:t> Labs)</a:t>
            </a:r>
          </a:p>
          <a:p>
            <a:r>
              <a:rPr lang="en-US" dirty="0"/>
              <a:t>Salt Typhoon (by Microsoft)</a:t>
            </a:r>
          </a:p>
          <a:p>
            <a:r>
              <a:rPr lang="en-CA" dirty="0"/>
              <a:t>FamousSparrow</a:t>
            </a:r>
          </a:p>
          <a:p>
            <a:r>
              <a:rPr lang="en-CA" dirty="0"/>
              <a:t>UNC2286 </a:t>
            </a:r>
          </a:p>
        </p:txBody>
      </p:sp>
    </p:spTree>
    <p:extLst>
      <p:ext uri="{BB962C8B-B14F-4D97-AF65-F5344CB8AC3E}">
        <p14:creationId xmlns:p14="http://schemas.microsoft.com/office/powerpoint/2010/main" val="228012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D52F-90B8-598A-7976-BF7D9AA7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members of Ghost Emperor?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3B79-75FF-0139-2CA5-BF994D6E5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5144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41C6-95BA-5A30-A8F2-EB5818E4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Ghost Emperor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E9CEB-4F96-ED62-1731-F110394F4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82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CDE0-3404-5630-7B4F-25DA7DFD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of Operation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DF613-A0C7-47DB-A783-172AFD11D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597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EE91-D7C0-2089-E15F-96A3BBD5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they connected to China?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483AF-F0D9-D695-E31F-782985C61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448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0F80-B249-913B-2726-6876393A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Attack</a:t>
            </a:r>
            <a:endParaRPr lang="en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B69A89-3CD3-30C2-2C99-18591B161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420019"/>
            <a:ext cx="9525000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6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A63B-F758-8647-B02F-0E905DD6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Status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D5B47-A315-C927-6480-D6C602C08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144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8A2B-68BC-8918-011A-5F90D29A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9B7C4-9ECB-EC44-4BEB-570FE0323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Palatino Linotype" panose="02040502050505030304" pitchFamily="18" charset="0"/>
                <a:hlinkClick r:id="rId2"/>
              </a:rPr>
              <a:t>Opening Image: </a:t>
            </a:r>
            <a:r>
              <a:rPr lang="en-CA" dirty="0" err="1">
                <a:latin typeface="Palatino Linotype" panose="02040502050505030304" pitchFamily="18" charset="0"/>
                <a:hlinkClick r:id="rId2"/>
              </a:rPr>
              <a:t>Crayion</a:t>
            </a:r>
            <a:r>
              <a:rPr lang="en-CA" dirty="0">
                <a:latin typeface="Palatino Linotype" panose="02040502050505030304" pitchFamily="18" charset="0"/>
                <a:hlinkClick r:id="rId2"/>
              </a:rPr>
              <a:t>: Ghost Wearing Crown</a:t>
            </a:r>
            <a:endParaRPr lang="en-US" dirty="0">
              <a:latin typeface="Palatino Linotype" panose="02040502050505030304" pitchFamily="18" charset="0"/>
              <a:hlinkClick r:id="rId3"/>
            </a:endParaRPr>
          </a:p>
          <a:p>
            <a:r>
              <a:rPr lang="en-US" dirty="0" err="1">
                <a:latin typeface="Palatino Linotype" panose="02040502050505030304" pitchFamily="18" charset="0"/>
                <a:hlinkClick r:id="rId3"/>
              </a:rPr>
              <a:t>Malpedia</a:t>
            </a:r>
            <a:r>
              <a:rPr lang="en-US" dirty="0">
                <a:latin typeface="Palatino Linotype" panose="02040502050505030304" pitchFamily="18" charset="0"/>
                <a:hlinkClick r:id="rId3"/>
              </a:rPr>
              <a:t>: </a:t>
            </a:r>
            <a:r>
              <a:rPr lang="en-US" dirty="0" err="1">
                <a:latin typeface="Palatino Linotype" panose="02040502050505030304" pitchFamily="18" charset="0"/>
                <a:hlinkClick r:id="rId3"/>
              </a:rPr>
              <a:t>GhostEmperor</a:t>
            </a:r>
            <a:endParaRPr lang="en-US" dirty="0">
              <a:latin typeface="Palatino Linotype" panose="02040502050505030304" pitchFamily="18" charset="0"/>
            </a:endParaRPr>
          </a:p>
          <a:p>
            <a:r>
              <a:rPr lang="en-US" dirty="0" err="1">
                <a:latin typeface="Palatino Linotype" panose="02040502050505030304" pitchFamily="18" charset="0"/>
                <a:hlinkClick r:id="rId4"/>
              </a:rPr>
              <a:t>Kapersky</a:t>
            </a:r>
            <a:r>
              <a:rPr lang="en-US" dirty="0">
                <a:latin typeface="Palatino Linotype" panose="02040502050505030304" pitchFamily="18" charset="0"/>
                <a:hlinkClick r:id="rId4"/>
              </a:rPr>
              <a:t>: </a:t>
            </a:r>
            <a:r>
              <a:rPr lang="en-US" dirty="0" err="1">
                <a:latin typeface="Palatino Linotype" panose="02040502050505030304" pitchFamily="18" charset="0"/>
                <a:hlinkClick r:id="rId4"/>
              </a:rPr>
              <a:t>GhostEmperor</a:t>
            </a:r>
            <a:r>
              <a:rPr lang="en-US" dirty="0">
                <a:latin typeface="Palatino Linotype" panose="02040502050505030304" pitchFamily="18" charset="0"/>
                <a:hlinkClick r:id="rId4"/>
              </a:rPr>
              <a:t> APT targets high-profile victims using unknown rootkit</a:t>
            </a:r>
            <a:r>
              <a:rPr lang="en-US" dirty="0">
                <a:latin typeface="Palatino Linotype" panose="02040502050505030304" pitchFamily="18" charset="0"/>
              </a:rPr>
              <a:t> (July 29 2021)</a:t>
            </a:r>
          </a:p>
          <a:p>
            <a:r>
              <a:rPr lang="en-US" dirty="0">
                <a:latin typeface="Palatino Linotype" panose="02040502050505030304" pitchFamily="18" charset="0"/>
                <a:hlinkClick r:id="rId5"/>
              </a:rPr>
              <a:t>We Live Security: FamousSparrow: A suspicious hotel guest</a:t>
            </a:r>
            <a:endParaRPr lang="en-US" dirty="0">
              <a:latin typeface="Palatino Linotype" panose="02040502050505030304" pitchFamily="18" charset="0"/>
            </a:endParaRPr>
          </a:p>
          <a:p>
            <a:r>
              <a:rPr lang="en-CA" dirty="0" err="1">
                <a:latin typeface="Palatino Linotype" panose="02040502050505030304" pitchFamily="18" charset="0"/>
                <a:hlinkClick r:id="rId6"/>
              </a:rPr>
              <a:t>DarkReading</a:t>
            </a:r>
            <a:r>
              <a:rPr lang="en-CA" dirty="0">
                <a:latin typeface="Palatino Linotype" panose="02040502050505030304" pitchFamily="18" charset="0"/>
                <a:hlinkClick r:id="rId6"/>
              </a:rPr>
              <a:t>: Notorious Chinese Hacker Gang </a:t>
            </a:r>
            <a:r>
              <a:rPr lang="en-CA" dirty="0" err="1">
                <a:latin typeface="Palatino Linotype" panose="02040502050505030304" pitchFamily="18" charset="0"/>
                <a:hlinkClick r:id="rId6"/>
              </a:rPr>
              <a:t>GhostEmperor</a:t>
            </a:r>
            <a:r>
              <a:rPr lang="en-CA" dirty="0">
                <a:latin typeface="Palatino Linotype" panose="02040502050505030304" pitchFamily="18" charset="0"/>
                <a:hlinkClick r:id="rId6"/>
              </a:rPr>
              <a:t> Re-Emerges After 2 Years</a:t>
            </a:r>
            <a:r>
              <a:rPr lang="en-CA" dirty="0">
                <a:latin typeface="Palatino Linotype" panose="02040502050505030304" pitchFamily="18" charset="0"/>
              </a:rPr>
              <a:t> (July 19 2024)</a:t>
            </a:r>
          </a:p>
          <a:p>
            <a:r>
              <a:rPr lang="en-CA" dirty="0" err="1">
                <a:latin typeface="Palatino Linotype" panose="02040502050505030304" pitchFamily="18" charset="0"/>
                <a:hlinkClick r:id="rId7"/>
              </a:rPr>
              <a:t>Sygnia</a:t>
            </a:r>
            <a:r>
              <a:rPr lang="en-CA" dirty="0">
                <a:latin typeface="Palatino Linotype" panose="02040502050505030304" pitchFamily="18" charset="0"/>
                <a:hlinkClick r:id="rId7"/>
              </a:rPr>
              <a:t>: The Return of Ghost Emperor’s Demodex</a:t>
            </a:r>
            <a:r>
              <a:rPr lang="en-CA" dirty="0">
                <a:latin typeface="Palatino Linotype" panose="02040502050505030304" pitchFamily="18" charset="0"/>
              </a:rPr>
              <a:t> (17 July 2024)</a:t>
            </a:r>
          </a:p>
        </p:txBody>
      </p:sp>
    </p:spTree>
    <p:extLst>
      <p:ext uri="{BB962C8B-B14F-4D97-AF65-F5344CB8AC3E}">
        <p14:creationId xmlns:p14="http://schemas.microsoft.com/office/powerpoint/2010/main" val="4035862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9293-6207-4309-7659-5399478D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934F9-0ACE-705B-4857-6FACCFCCA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323232"/>
                </a:solidFill>
                <a:effectLst/>
                <a:latin typeface="Palatino Linotype" panose="02040502050505030304" pitchFamily="18" charset="0"/>
                <a:hlinkClick r:id="rId2"/>
              </a:rPr>
              <a:t>ComputerWeekly</a:t>
            </a:r>
            <a:r>
              <a:rPr lang="en-US" dirty="0">
                <a:solidFill>
                  <a:srgbClr val="323232"/>
                </a:solidFill>
                <a:latin typeface="Palatino Linotype" panose="02040502050505030304" pitchFamily="18" charset="0"/>
                <a:hlinkClick r:id="rId2"/>
              </a:rPr>
              <a:t>: </a:t>
            </a:r>
            <a:r>
              <a:rPr lang="en-US" dirty="0">
                <a:solidFill>
                  <a:srgbClr val="323232"/>
                </a:solidFill>
                <a:effectLst/>
                <a:latin typeface="Palatino Linotype" panose="02040502050505030304" pitchFamily="18" charset="0"/>
                <a:hlinkClick r:id="rId2"/>
              </a:rPr>
              <a:t>Zero-day that forced Barracuda users to bin kit was exploited by China</a:t>
            </a:r>
            <a:r>
              <a:rPr lang="en-US" dirty="0">
                <a:solidFill>
                  <a:srgbClr val="323232"/>
                </a:solidFill>
                <a:effectLst/>
                <a:latin typeface="Palatino Linotype" panose="02040502050505030304" pitchFamily="18" charset="0"/>
              </a:rPr>
              <a:t> (29 Aug 2023)</a:t>
            </a:r>
          </a:p>
          <a:p>
            <a:r>
              <a:rPr lang="en-CA" dirty="0" err="1">
                <a:latin typeface="Palatino Linotype" panose="02040502050505030304" pitchFamily="18" charset="0"/>
                <a:hlinkClick r:id="rId3"/>
              </a:rPr>
              <a:t>Vulnera</a:t>
            </a:r>
            <a:r>
              <a:rPr lang="en-CA" dirty="0">
                <a:latin typeface="Palatino Linotype" panose="02040502050505030304" pitchFamily="18" charset="0"/>
                <a:hlinkClick r:id="rId3"/>
              </a:rPr>
              <a:t>: Chinese Hacking Group Breaches Major U.S. Broadband Providers</a:t>
            </a:r>
            <a:r>
              <a:rPr lang="en-CA" dirty="0">
                <a:latin typeface="Palatino Linotype" panose="02040502050505030304" pitchFamily="18" charset="0"/>
              </a:rPr>
              <a:t> (7 Oct 2024)</a:t>
            </a:r>
          </a:p>
          <a:p>
            <a:r>
              <a:rPr lang="en-CA" dirty="0">
                <a:latin typeface="Palatino Linotype" panose="02040502050505030304" pitchFamily="18" charset="0"/>
                <a:hlinkClick r:id="rId4"/>
              </a:rPr>
              <a:t>TechCrunch: The 30-year-old internet backdoor law that came back to bite</a:t>
            </a:r>
            <a:r>
              <a:rPr lang="en-CA" dirty="0">
                <a:latin typeface="Palatino Linotype" panose="02040502050505030304" pitchFamily="18" charset="0"/>
              </a:rPr>
              <a:t> (7 Oct 2024)</a:t>
            </a:r>
          </a:p>
          <a:p>
            <a:r>
              <a:rPr lang="en-CA" dirty="0">
                <a:latin typeface="Palatino Linotype" panose="02040502050505030304" pitchFamily="18" charset="0"/>
              </a:rPr>
              <a:t>Washington Post: China hacked AT&amp;T, Verizon, and Lumen in apparent counterspy operation </a:t>
            </a:r>
          </a:p>
          <a:p>
            <a:endParaRPr lang="en-CA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926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234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Palatino Linotype</vt:lpstr>
      <vt:lpstr>Wide Latin</vt:lpstr>
      <vt:lpstr>Office Theme</vt:lpstr>
      <vt:lpstr>Ghost Emperor </vt:lpstr>
      <vt:lpstr>What is Ghost Emperor?</vt:lpstr>
      <vt:lpstr>Who are members of Ghost Emperor?</vt:lpstr>
      <vt:lpstr>History of Ghost Emperor</vt:lpstr>
      <vt:lpstr>Country of Operation</vt:lpstr>
      <vt:lpstr>How are they connected to China? </vt:lpstr>
      <vt:lpstr>Methods of Attack</vt:lpstr>
      <vt:lpstr>Current Status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Macintyre,Alexander</dc:creator>
  <cp:lastModifiedBy>Macintyre,Alexander</cp:lastModifiedBy>
  <cp:revision>1</cp:revision>
  <dcterms:created xsi:type="dcterms:W3CDTF">2024-10-11T13:27:54Z</dcterms:created>
  <dcterms:modified xsi:type="dcterms:W3CDTF">2024-10-11T14:05:23Z</dcterms:modified>
</cp:coreProperties>
</file>