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9E1DDB-1B68-4658-B6C0-74DFFF386A85}" v="27" dt="2024-11-08T17:38:43.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5" autoAdjust="0"/>
    <p:restoredTop sz="94660"/>
  </p:normalViewPr>
  <p:slideViewPr>
    <p:cSldViewPr snapToGrid="0">
      <p:cViewPr>
        <p:scale>
          <a:sx n="91" d="100"/>
          <a:sy n="91" d="100"/>
        </p:scale>
        <p:origin x="-254" y="-1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MacIntyre" userId="6bda6c9a2d8b7f18" providerId="LiveId" clId="{109E1DDB-1B68-4658-B6C0-74DFFF386A85}"/>
    <pc:docChg chg="undo custSel modSld">
      <pc:chgData name="Alex MacIntyre" userId="6bda6c9a2d8b7f18" providerId="LiveId" clId="{109E1DDB-1B68-4658-B6C0-74DFFF386A85}" dt="2024-11-08T17:39:42.433" v="6462" actId="14100"/>
      <pc:docMkLst>
        <pc:docMk/>
      </pc:docMkLst>
      <pc:sldChg chg="modSp mod">
        <pc:chgData name="Alex MacIntyre" userId="6bda6c9a2d8b7f18" providerId="LiveId" clId="{109E1DDB-1B68-4658-B6C0-74DFFF386A85}" dt="2024-11-08T16:32:39.303" v="37" actId="1076"/>
        <pc:sldMkLst>
          <pc:docMk/>
          <pc:sldMk cId="2454895483" sldId="256"/>
        </pc:sldMkLst>
        <pc:spChg chg="mod">
          <ac:chgData name="Alex MacIntyre" userId="6bda6c9a2d8b7f18" providerId="LiveId" clId="{109E1DDB-1B68-4658-B6C0-74DFFF386A85}" dt="2024-11-08T16:32:26.327" v="35" actId="20577"/>
          <ac:spMkLst>
            <pc:docMk/>
            <pc:sldMk cId="2454895483" sldId="256"/>
            <ac:spMk id="2" creationId="{EDE2CFCB-4A69-006A-41FD-FB029288A35C}"/>
          </ac:spMkLst>
        </pc:spChg>
        <pc:spChg chg="mod">
          <ac:chgData name="Alex MacIntyre" userId="6bda6c9a2d8b7f18" providerId="LiveId" clId="{109E1DDB-1B68-4658-B6C0-74DFFF386A85}" dt="2024-11-08T16:32:39.303" v="37" actId="1076"/>
          <ac:spMkLst>
            <pc:docMk/>
            <pc:sldMk cId="2454895483" sldId="256"/>
            <ac:spMk id="3" creationId="{D2EC8D2E-E105-EC83-B61F-9672972DE86A}"/>
          </ac:spMkLst>
        </pc:spChg>
      </pc:sldChg>
      <pc:sldChg chg="modSp mod">
        <pc:chgData name="Alex MacIntyre" userId="6bda6c9a2d8b7f18" providerId="LiveId" clId="{109E1DDB-1B68-4658-B6C0-74DFFF386A85}" dt="2024-11-08T16:58:36.982" v="2554" actId="14100"/>
        <pc:sldMkLst>
          <pc:docMk/>
          <pc:sldMk cId="957210856" sldId="257"/>
        </pc:sldMkLst>
        <pc:spChg chg="mod">
          <ac:chgData name="Alex MacIntyre" userId="6bda6c9a2d8b7f18" providerId="LiveId" clId="{109E1DDB-1B68-4658-B6C0-74DFFF386A85}" dt="2024-11-08T16:58:15.564" v="2551" actId="688"/>
          <ac:spMkLst>
            <pc:docMk/>
            <pc:sldMk cId="957210856" sldId="257"/>
            <ac:spMk id="15" creationId="{CF3613A4-774B-810F-89CC-7EE0A9967F33}"/>
          </ac:spMkLst>
        </pc:spChg>
        <pc:spChg chg="mod">
          <ac:chgData name="Alex MacIntyre" userId="6bda6c9a2d8b7f18" providerId="LiveId" clId="{109E1DDB-1B68-4658-B6C0-74DFFF386A85}" dt="2024-11-08T16:58:25.413" v="2553" actId="688"/>
          <ac:spMkLst>
            <pc:docMk/>
            <pc:sldMk cId="957210856" sldId="257"/>
            <ac:spMk id="17" creationId="{14F0A076-B661-0B79-4F09-80E00E605B2C}"/>
          </ac:spMkLst>
        </pc:spChg>
        <pc:spChg chg="mod">
          <ac:chgData name="Alex MacIntyre" userId="6bda6c9a2d8b7f18" providerId="LiveId" clId="{109E1DDB-1B68-4658-B6C0-74DFFF386A85}" dt="2024-11-08T16:58:07.036" v="2549" actId="688"/>
          <ac:spMkLst>
            <pc:docMk/>
            <pc:sldMk cId="957210856" sldId="257"/>
            <ac:spMk id="18" creationId="{179428B6-C25B-A8A4-838C-3D6B2C6C6C8B}"/>
          </ac:spMkLst>
        </pc:spChg>
        <pc:spChg chg="mod">
          <ac:chgData name="Alex MacIntyre" userId="6bda6c9a2d8b7f18" providerId="LiveId" clId="{109E1DDB-1B68-4658-B6C0-74DFFF386A85}" dt="2024-11-08T16:58:36.982" v="2554" actId="14100"/>
          <ac:spMkLst>
            <pc:docMk/>
            <pc:sldMk cId="957210856" sldId="257"/>
            <ac:spMk id="28" creationId="{10189806-4D5D-275A-755A-532BF8F0B5ED}"/>
          </ac:spMkLst>
        </pc:spChg>
      </pc:sldChg>
      <pc:sldChg chg="addSp delSp modSp mod">
        <pc:chgData name="Alex MacIntyre" userId="6bda6c9a2d8b7f18" providerId="LiveId" clId="{109E1DDB-1B68-4658-B6C0-74DFFF386A85}" dt="2024-11-08T16:57:58.674" v="2548" actId="688"/>
        <pc:sldMkLst>
          <pc:docMk/>
          <pc:sldMk cId="2910598154" sldId="258"/>
        </pc:sldMkLst>
        <pc:spChg chg="add del mod">
          <ac:chgData name="Alex MacIntyre" userId="6bda6c9a2d8b7f18" providerId="LiveId" clId="{109E1DDB-1B68-4658-B6C0-74DFFF386A85}" dt="2024-11-08T16:46:48.452" v="1694" actId="478"/>
          <ac:spMkLst>
            <pc:docMk/>
            <pc:sldMk cId="2910598154" sldId="258"/>
            <ac:spMk id="10" creationId="{09DBB8B8-E676-2B30-0242-D18EB8497213}"/>
          </ac:spMkLst>
        </pc:spChg>
        <pc:spChg chg="add del mod">
          <ac:chgData name="Alex MacIntyre" userId="6bda6c9a2d8b7f18" providerId="LiveId" clId="{109E1DDB-1B68-4658-B6C0-74DFFF386A85}" dt="2024-11-08T16:36:26.694" v="49"/>
          <ac:spMkLst>
            <pc:docMk/>
            <pc:sldMk cId="2910598154" sldId="258"/>
            <ac:spMk id="11" creationId="{F5855858-DC25-F7A3-76EE-37272909F260}"/>
          </ac:spMkLst>
        </pc:spChg>
        <pc:spChg chg="add mod">
          <ac:chgData name="Alex MacIntyre" userId="6bda6c9a2d8b7f18" providerId="LiveId" clId="{109E1DDB-1B68-4658-B6C0-74DFFF386A85}" dt="2024-11-08T16:38:33.105" v="400" actId="1076"/>
          <ac:spMkLst>
            <pc:docMk/>
            <pc:sldMk cId="2910598154" sldId="258"/>
            <ac:spMk id="12" creationId="{5457C5A0-6BA0-F139-30ED-D58B3CADCFD9}"/>
          </ac:spMkLst>
        </pc:spChg>
        <pc:spChg chg="add mod">
          <ac:chgData name="Alex MacIntyre" userId="6bda6c9a2d8b7f18" providerId="LiveId" clId="{109E1DDB-1B68-4658-B6C0-74DFFF386A85}" dt="2024-11-08T16:49:01.597" v="1831" actId="1076"/>
          <ac:spMkLst>
            <pc:docMk/>
            <pc:sldMk cId="2910598154" sldId="258"/>
            <ac:spMk id="13" creationId="{657534C0-F934-D0E9-7BFC-DA537C2FC0B4}"/>
          </ac:spMkLst>
        </pc:spChg>
        <pc:spChg chg="add mod">
          <ac:chgData name="Alex MacIntyre" userId="6bda6c9a2d8b7f18" providerId="LiveId" clId="{109E1DDB-1B68-4658-B6C0-74DFFF386A85}" dt="2024-11-08T16:49:10.635" v="1833" actId="1076"/>
          <ac:spMkLst>
            <pc:docMk/>
            <pc:sldMk cId="2910598154" sldId="258"/>
            <ac:spMk id="14" creationId="{8C06E3CC-01AE-2851-7A87-757903B30F7B}"/>
          </ac:spMkLst>
        </pc:spChg>
        <pc:spChg chg="mod">
          <ac:chgData name="Alex MacIntyre" userId="6bda6c9a2d8b7f18" providerId="LiveId" clId="{109E1DDB-1B68-4658-B6C0-74DFFF386A85}" dt="2024-11-08T16:57:50.519" v="2547" actId="688"/>
          <ac:spMkLst>
            <pc:docMk/>
            <pc:sldMk cId="2910598154" sldId="258"/>
            <ac:spMk id="15" creationId="{70E35E9F-30FD-D19F-8733-B09EF265DC28}"/>
          </ac:spMkLst>
        </pc:spChg>
        <pc:spChg chg="add mod">
          <ac:chgData name="Alex MacIntyre" userId="6bda6c9a2d8b7f18" providerId="LiveId" clId="{109E1DDB-1B68-4658-B6C0-74DFFF386A85}" dt="2024-11-08T16:50:15.558" v="2050" actId="1076"/>
          <ac:spMkLst>
            <pc:docMk/>
            <pc:sldMk cId="2910598154" sldId="258"/>
            <ac:spMk id="16" creationId="{7FA7631A-AE7F-552B-656E-94E636969307}"/>
          </ac:spMkLst>
        </pc:spChg>
        <pc:spChg chg="mod">
          <ac:chgData name="Alex MacIntyre" userId="6bda6c9a2d8b7f18" providerId="LiveId" clId="{109E1DDB-1B68-4658-B6C0-74DFFF386A85}" dt="2024-11-08T16:57:45.574" v="2546" actId="688"/>
          <ac:spMkLst>
            <pc:docMk/>
            <pc:sldMk cId="2910598154" sldId="258"/>
            <ac:spMk id="17" creationId="{627CEB19-9A9A-E522-9C17-EBC5C7DDB9EA}"/>
          </ac:spMkLst>
        </pc:spChg>
        <pc:spChg chg="mod">
          <ac:chgData name="Alex MacIntyre" userId="6bda6c9a2d8b7f18" providerId="LiveId" clId="{109E1DDB-1B68-4658-B6C0-74DFFF386A85}" dt="2024-11-08T16:57:58.674" v="2548" actId="688"/>
          <ac:spMkLst>
            <pc:docMk/>
            <pc:sldMk cId="2910598154" sldId="258"/>
            <ac:spMk id="18" creationId="{68B671D0-28B2-BEAC-5C4F-581F992E7459}"/>
          </ac:spMkLst>
        </pc:spChg>
        <pc:spChg chg="add mod">
          <ac:chgData name="Alex MacIntyre" userId="6bda6c9a2d8b7f18" providerId="LiveId" clId="{109E1DDB-1B68-4658-B6C0-74DFFF386A85}" dt="2024-11-08T16:56:17.033" v="2533" actId="1076"/>
          <ac:spMkLst>
            <pc:docMk/>
            <pc:sldMk cId="2910598154" sldId="258"/>
            <ac:spMk id="19" creationId="{F82AAAAB-88B4-6463-C4D7-0F2B929011AF}"/>
          </ac:spMkLst>
        </pc:spChg>
        <pc:spChg chg="add del">
          <ac:chgData name="Alex MacIntyre" userId="6bda6c9a2d8b7f18" providerId="LiveId" clId="{109E1DDB-1B68-4658-B6C0-74DFFF386A85}" dt="2024-11-08T16:55:38.652" v="2525" actId="478"/>
          <ac:spMkLst>
            <pc:docMk/>
            <pc:sldMk cId="2910598154" sldId="258"/>
            <ac:spMk id="21" creationId="{F91D4701-C19A-E3C6-FC3C-82EC9C0A76F0}"/>
          </ac:spMkLst>
        </pc:spChg>
        <pc:spChg chg="add del mod">
          <ac:chgData name="Alex MacIntyre" userId="6bda6c9a2d8b7f18" providerId="LiveId" clId="{109E1DDB-1B68-4658-B6C0-74DFFF386A85}" dt="2024-11-08T16:56:19.812" v="2534" actId="478"/>
          <ac:spMkLst>
            <pc:docMk/>
            <pc:sldMk cId="2910598154" sldId="258"/>
            <ac:spMk id="22" creationId="{73C392FE-8665-5484-3239-A62BBBAD3FBC}"/>
          </ac:spMkLst>
        </pc:spChg>
        <pc:spChg chg="add mod">
          <ac:chgData name="Alex MacIntyre" userId="6bda6c9a2d8b7f18" providerId="LiveId" clId="{109E1DDB-1B68-4658-B6C0-74DFFF386A85}" dt="2024-11-08T16:57:36.849" v="2545" actId="14100"/>
          <ac:spMkLst>
            <pc:docMk/>
            <pc:sldMk cId="2910598154" sldId="258"/>
            <ac:spMk id="23" creationId="{75B9178B-6327-F73D-96CB-0302048EA7B5}"/>
          </ac:spMkLst>
        </pc:spChg>
        <pc:picChg chg="mod">
          <ac:chgData name="Alex MacIntyre" userId="6bda6c9a2d8b7f18" providerId="LiveId" clId="{109E1DDB-1B68-4658-B6C0-74DFFF386A85}" dt="2024-11-08T16:57:08.630" v="2539" actId="1076"/>
          <ac:picMkLst>
            <pc:docMk/>
            <pc:sldMk cId="2910598154" sldId="258"/>
            <ac:picMk id="6" creationId="{68C43F70-6493-3759-8EAB-671E666DCC78}"/>
          </ac:picMkLst>
        </pc:picChg>
      </pc:sldChg>
      <pc:sldChg chg="addSp modSp mod">
        <pc:chgData name="Alex MacIntyre" userId="6bda6c9a2d8b7f18" providerId="LiveId" clId="{109E1DDB-1B68-4658-B6C0-74DFFF386A85}" dt="2024-11-08T17:39:42.433" v="6462" actId="14100"/>
        <pc:sldMkLst>
          <pc:docMk/>
          <pc:sldMk cId="1219150224" sldId="259"/>
        </pc:sldMkLst>
        <pc:spChg chg="add mod">
          <ac:chgData name="Alex MacIntyre" userId="6bda6c9a2d8b7f18" providerId="LiveId" clId="{109E1DDB-1B68-4658-B6C0-74DFFF386A85}" dt="2024-11-08T17:15:18.649" v="4360" actId="114"/>
          <ac:spMkLst>
            <pc:docMk/>
            <pc:sldMk cId="1219150224" sldId="259"/>
            <ac:spMk id="5" creationId="{315221C0-3700-609E-5ADD-7410EF4D9615}"/>
          </ac:spMkLst>
        </pc:spChg>
        <pc:spChg chg="add mod">
          <ac:chgData name="Alex MacIntyre" userId="6bda6c9a2d8b7f18" providerId="LiveId" clId="{109E1DDB-1B68-4658-B6C0-74DFFF386A85}" dt="2024-11-08T17:00:41.906" v="2747" actId="14100"/>
          <ac:spMkLst>
            <pc:docMk/>
            <pc:sldMk cId="1219150224" sldId="259"/>
            <ac:spMk id="7" creationId="{2DEE41A9-3E8A-4731-D16E-FBF0888EC09C}"/>
          </ac:spMkLst>
        </pc:spChg>
        <pc:spChg chg="add mod">
          <ac:chgData name="Alex MacIntyre" userId="6bda6c9a2d8b7f18" providerId="LiveId" clId="{109E1DDB-1B68-4658-B6C0-74DFFF386A85}" dt="2024-11-08T17:01:17.326" v="2754" actId="14100"/>
          <ac:spMkLst>
            <pc:docMk/>
            <pc:sldMk cId="1219150224" sldId="259"/>
            <ac:spMk id="8" creationId="{290DF6F7-D82A-EAE5-5BAD-837DF29B5D30}"/>
          </ac:spMkLst>
        </pc:spChg>
        <pc:spChg chg="add mod">
          <ac:chgData name="Alex MacIntyre" userId="6bda6c9a2d8b7f18" providerId="LiveId" clId="{109E1DDB-1B68-4658-B6C0-74DFFF386A85}" dt="2024-11-08T17:15:17" v="4359" actId="1035"/>
          <ac:spMkLst>
            <pc:docMk/>
            <pc:sldMk cId="1219150224" sldId="259"/>
            <ac:spMk id="9" creationId="{E9E243BD-48AF-C859-468E-BDE71A7BDCA7}"/>
          </ac:spMkLst>
        </pc:spChg>
        <pc:spChg chg="add mod">
          <ac:chgData name="Alex MacIntyre" userId="6bda6c9a2d8b7f18" providerId="LiveId" clId="{109E1DDB-1B68-4658-B6C0-74DFFF386A85}" dt="2024-11-08T17:15:46.395" v="4472" actId="20577"/>
          <ac:spMkLst>
            <pc:docMk/>
            <pc:sldMk cId="1219150224" sldId="259"/>
            <ac:spMk id="10" creationId="{438CDF8D-962E-78B8-A097-4C0DED8C44DB}"/>
          </ac:spMkLst>
        </pc:spChg>
        <pc:spChg chg="add mod">
          <ac:chgData name="Alex MacIntyre" userId="6bda6c9a2d8b7f18" providerId="LiveId" clId="{109E1DDB-1B68-4658-B6C0-74DFFF386A85}" dt="2024-11-08T17:39:42.433" v="6462" actId="14100"/>
          <ac:spMkLst>
            <pc:docMk/>
            <pc:sldMk cId="1219150224" sldId="259"/>
            <ac:spMk id="11" creationId="{6ED49B51-378B-EEAF-0F08-26E29252B2DC}"/>
          </ac:spMkLst>
        </pc:spChg>
        <pc:spChg chg="mod">
          <ac:chgData name="Alex MacIntyre" userId="6bda6c9a2d8b7f18" providerId="LiveId" clId="{109E1DDB-1B68-4658-B6C0-74DFFF386A85}" dt="2024-11-08T16:58:55.803" v="2556" actId="688"/>
          <ac:spMkLst>
            <pc:docMk/>
            <pc:sldMk cId="1219150224" sldId="259"/>
            <ac:spMk id="15" creationId="{D00B766F-1F37-35BA-E4F7-7FF9A76BB498}"/>
          </ac:spMkLst>
        </pc:spChg>
        <pc:spChg chg="mod">
          <ac:chgData name="Alex MacIntyre" userId="6bda6c9a2d8b7f18" providerId="LiveId" clId="{109E1DDB-1B68-4658-B6C0-74DFFF386A85}" dt="2024-11-08T16:59:10.683" v="2560" actId="1076"/>
          <ac:spMkLst>
            <pc:docMk/>
            <pc:sldMk cId="1219150224" sldId="259"/>
            <ac:spMk id="17" creationId="{EA9A3C75-92EF-D374-638D-771F97FB5F6E}"/>
          </ac:spMkLst>
        </pc:spChg>
        <pc:spChg chg="mod">
          <ac:chgData name="Alex MacIntyre" userId="6bda6c9a2d8b7f18" providerId="LiveId" clId="{109E1DDB-1B68-4658-B6C0-74DFFF386A85}" dt="2024-11-08T16:58:51.108" v="2555" actId="688"/>
          <ac:spMkLst>
            <pc:docMk/>
            <pc:sldMk cId="1219150224" sldId="259"/>
            <ac:spMk id="18" creationId="{3BC4EE80-FCB7-194B-388A-52D8BBDED1A0}"/>
          </ac:spMkLst>
        </pc:spChg>
        <pc:spChg chg="mod">
          <ac:chgData name="Alex MacIntyre" userId="6bda6c9a2d8b7f18" providerId="LiveId" clId="{109E1DDB-1B68-4658-B6C0-74DFFF386A85}" dt="2024-11-08T17:06:00.203" v="3363" actId="1076"/>
          <ac:spMkLst>
            <pc:docMk/>
            <pc:sldMk cId="1219150224" sldId="259"/>
            <ac:spMk id="20" creationId="{118DFB70-2800-83BD-34DC-1D4F628A50AD}"/>
          </ac:spMkLst>
        </pc:spChg>
        <pc:picChg chg="mod">
          <ac:chgData name="Alex MacIntyre" userId="6bda6c9a2d8b7f18" providerId="LiveId" clId="{109E1DDB-1B68-4658-B6C0-74DFFF386A85}" dt="2024-11-08T17:01:07.008" v="2752" actId="1076"/>
          <ac:picMkLst>
            <pc:docMk/>
            <pc:sldMk cId="1219150224" sldId="259"/>
            <ac:picMk id="4" creationId="{CFFB0E49-B90A-17B6-5D17-A52886F25B9D}"/>
          </ac:picMkLst>
        </pc:picChg>
      </pc:sldChg>
      <pc:sldChg chg="addSp delSp modSp mod">
        <pc:chgData name="Alex MacIntyre" userId="6bda6c9a2d8b7f18" providerId="LiveId" clId="{109E1DDB-1B68-4658-B6C0-74DFFF386A85}" dt="2024-11-08T17:20:15.958" v="4984" actId="33524"/>
        <pc:sldMkLst>
          <pc:docMk/>
          <pc:sldMk cId="2406602794" sldId="260"/>
        </pc:sldMkLst>
        <pc:spChg chg="del mod">
          <ac:chgData name="Alex MacIntyre" userId="6bda6c9a2d8b7f18" providerId="LiveId" clId="{109E1DDB-1B68-4658-B6C0-74DFFF386A85}" dt="2024-11-08T17:07:20.110" v="3372" actId="478"/>
          <ac:spMkLst>
            <pc:docMk/>
            <pc:sldMk cId="2406602794" sldId="260"/>
            <ac:spMk id="8" creationId="{CEDD3555-6214-979D-8178-08D66D92D14E}"/>
          </ac:spMkLst>
        </pc:spChg>
        <pc:spChg chg="del mod">
          <ac:chgData name="Alex MacIntyre" userId="6bda6c9a2d8b7f18" providerId="LiveId" clId="{109E1DDB-1B68-4658-B6C0-74DFFF386A85}" dt="2024-11-08T17:11:16.355" v="3731" actId="478"/>
          <ac:spMkLst>
            <pc:docMk/>
            <pc:sldMk cId="2406602794" sldId="260"/>
            <ac:spMk id="9" creationId="{1C4F9515-9AAF-2F7C-9ACF-D15331497C7F}"/>
          </ac:spMkLst>
        </pc:spChg>
        <pc:spChg chg="add mod">
          <ac:chgData name="Alex MacIntyre" userId="6bda6c9a2d8b7f18" providerId="LiveId" clId="{109E1DDB-1B68-4658-B6C0-74DFFF386A85}" dt="2024-11-08T17:11:35.903" v="3734" actId="14100"/>
          <ac:spMkLst>
            <pc:docMk/>
            <pc:sldMk cId="2406602794" sldId="260"/>
            <ac:spMk id="10" creationId="{2648B76A-A6BA-5B79-AA39-3DA20350390A}"/>
          </ac:spMkLst>
        </pc:spChg>
        <pc:spChg chg="add mod">
          <ac:chgData name="Alex MacIntyre" userId="6bda6c9a2d8b7f18" providerId="LiveId" clId="{109E1DDB-1B68-4658-B6C0-74DFFF386A85}" dt="2024-11-08T17:07:32.596" v="3375" actId="14100"/>
          <ac:spMkLst>
            <pc:docMk/>
            <pc:sldMk cId="2406602794" sldId="260"/>
            <ac:spMk id="11" creationId="{6A2AC95B-E84A-45C8-43CE-BDF53E21133B}"/>
          </ac:spMkLst>
        </pc:spChg>
        <pc:spChg chg="add mod">
          <ac:chgData name="Alex MacIntyre" userId="6bda6c9a2d8b7f18" providerId="LiveId" clId="{109E1DDB-1B68-4658-B6C0-74DFFF386A85}" dt="2024-11-08T17:08:05.046" v="3378" actId="1076"/>
          <ac:spMkLst>
            <pc:docMk/>
            <pc:sldMk cId="2406602794" sldId="260"/>
            <ac:spMk id="12" creationId="{E3687801-1F68-C747-8452-ED4D3F02EC21}"/>
          </ac:spMkLst>
        </pc:spChg>
        <pc:spChg chg="add mod">
          <ac:chgData name="Alex MacIntyre" userId="6bda6c9a2d8b7f18" providerId="LiveId" clId="{109E1DDB-1B68-4658-B6C0-74DFFF386A85}" dt="2024-11-08T17:20:15.958" v="4984" actId="33524"/>
          <ac:spMkLst>
            <pc:docMk/>
            <pc:sldMk cId="2406602794" sldId="260"/>
            <ac:spMk id="13" creationId="{E92C74F5-C4EE-1444-3A28-E24DB00F6FF9}"/>
          </ac:spMkLst>
        </pc:spChg>
        <pc:spChg chg="add del mod">
          <ac:chgData name="Alex MacIntyre" userId="6bda6c9a2d8b7f18" providerId="LiveId" clId="{109E1DDB-1B68-4658-B6C0-74DFFF386A85}" dt="2024-11-08T17:09:19.141" v="3542"/>
          <ac:spMkLst>
            <pc:docMk/>
            <pc:sldMk cId="2406602794" sldId="260"/>
            <ac:spMk id="14" creationId="{56D67A41-0B3D-EF50-82F7-ECA5195AF28F}"/>
          </ac:spMkLst>
        </pc:spChg>
        <pc:spChg chg="mod">
          <ac:chgData name="Alex MacIntyre" userId="6bda6c9a2d8b7f18" providerId="LiveId" clId="{109E1DDB-1B68-4658-B6C0-74DFFF386A85}" dt="2024-11-08T17:06:51.862" v="3368" actId="688"/>
          <ac:spMkLst>
            <pc:docMk/>
            <pc:sldMk cId="2406602794" sldId="260"/>
            <ac:spMk id="15" creationId="{854BF0CA-C643-BFC4-6110-6049FD2480B7}"/>
          </ac:spMkLst>
        </pc:spChg>
        <pc:spChg chg="add mod">
          <ac:chgData name="Alex MacIntyre" userId="6bda6c9a2d8b7f18" providerId="LiveId" clId="{109E1DDB-1B68-4658-B6C0-74DFFF386A85}" dt="2024-11-08T17:19:03.693" v="4878" actId="1076"/>
          <ac:spMkLst>
            <pc:docMk/>
            <pc:sldMk cId="2406602794" sldId="260"/>
            <ac:spMk id="16" creationId="{3E2B51DC-3336-AF95-E42F-632004C72F3F}"/>
          </ac:spMkLst>
        </pc:spChg>
        <pc:spChg chg="mod">
          <ac:chgData name="Alex MacIntyre" userId="6bda6c9a2d8b7f18" providerId="LiveId" clId="{109E1DDB-1B68-4658-B6C0-74DFFF386A85}" dt="2024-11-08T17:11:09.557" v="3729" actId="1076"/>
          <ac:spMkLst>
            <pc:docMk/>
            <pc:sldMk cId="2406602794" sldId="260"/>
            <ac:spMk id="17" creationId="{E054B0B7-0117-F4B5-054F-0ABFB3E5FDAC}"/>
          </ac:spMkLst>
        </pc:spChg>
        <pc:spChg chg="mod">
          <ac:chgData name="Alex MacIntyre" userId="6bda6c9a2d8b7f18" providerId="LiveId" clId="{109E1DDB-1B68-4658-B6C0-74DFFF386A85}" dt="2024-11-08T17:07:48.952" v="3376" actId="688"/>
          <ac:spMkLst>
            <pc:docMk/>
            <pc:sldMk cId="2406602794" sldId="260"/>
            <ac:spMk id="18" creationId="{C560626E-61E4-A840-2384-0F0974BB1C7C}"/>
          </ac:spMkLst>
        </pc:spChg>
        <pc:spChg chg="add mod">
          <ac:chgData name="Alex MacIntyre" userId="6bda6c9a2d8b7f18" providerId="LiveId" clId="{109E1DDB-1B68-4658-B6C0-74DFFF386A85}" dt="2024-11-08T17:19:10.432" v="4879" actId="1076"/>
          <ac:spMkLst>
            <pc:docMk/>
            <pc:sldMk cId="2406602794" sldId="260"/>
            <ac:spMk id="19" creationId="{0E8303D8-A9D9-5DC9-2713-451380C7FC24}"/>
          </ac:spMkLst>
        </pc:spChg>
        <pc:spChg chg="add mod">
          <ac:chgData name="Alex MacIntyre" userId="6bda6c9a2d8b7f18" providerId="LiveId" clId="{109E1DDB-1B68-4658-B6C0-74DFFF386A85}" dt="2024-11-08T17:19:47.862" v="4981" actId="20577"/>
          <ac:spMkLst>
            <pc:docMk/>
            <pc:sldMk cId="2406602794" sldId="260"/>
            <ac:spMk id="21" creationId="{219DF43D-C8DC-60F9-8480-461B8795E822}"/>
          </ac:spMkLst>
        </pc:spChg>
        <pc:spChg chg="add mod">
          <ac:chgData name="Alex MacIntyre" userId="6bda6c9a2d8b7f18" providerId="LiveId" clId="{109E1DDB-1B68-4658-B6C0-74DFFF386A85}" dt="2024-11-08T17:20:03.858" v="4983" actId="1076"/>
          <ac:spMkLst>
            <pc:docMk/>
            <pc:sldMk cId="2406602794" sldId="260"/>
            <ac:spMk id="22" creationId="{C6DC95BF-FB4D-C406-8273-8C9D4040EDDC}"/>
          </ac:spMkLst>
        </pc:spChg>
      </pc:sldChg>
      <pc:sldChg chg="addSp delSp modSp mod">
        <pc:chgData name="Alex MacIntyre" userId="6bda6c9a2d8b7f18" providerId="LiveId" clId="{109E1DDB-1B68-4658-B6C0-74DFFF386A85}" dt="2024-11-08T17:38:04.244" v="6314" actId="20577"/>
        <pc:sldMkLst>
          <pc:docMk/>
          <pc:sldMk cId="3853450506" sldId="261"/>
        </pc:sldMkLst>
        <pc:spChg chg="add mod">
          <ac:chgData name="Alex MacIntyre" userId="6bda6c9a2d8b7f18" providerId="LiveId" clId="{109E1DDB-1B68-4658-B6C0-74DFFF386A85}" dt="2024-11-08T17:30:03.966" v="5814" actId="20577"/>
          <ac:spMkLst>
            <pc:docMk/>
            <pc:sldMk cId="3853450506" sldId="261"/>
            <ac:spMk id="6" creationId="{57CA67E0-E45E-8A8C-A775-9DEBCE920A91}"/>
          </ac:spMkLst>
        </pc:spChg>
        <pc:spChg chg="add mod">
          <ac:chgData name="Alex MacIntyre" userId="6bda6c9a2d8b7f18" providerId="LiveId" clId="{109E1DDB-1B68-4658-B6C0-74DFFF386A85}" dt="2024-11-08T17:30:31.991" v="5846" actId="1076"/>
          <ac:spMkLst>
            <pc:docMk/>
            <pc:sldMk cId="3853450506" sldId="261"/>
            <ac:spMk id="7" creationId="{33C73F48-9399-6BC5-75D3-6DB3F9644B84}"/>
          </ac:spMkLst>
        </pc:spChg>
        <pc:spChg chg="del">
          <ac:chgData name="Alex MacIntyre" userId="6bda6c9a2d8b7f18" providerId="LiveId" clId="{109E1DDB-1B68-4658-B6C0-74DFFF386A85}" dt="2024-11-08T17:28:20.327" v="5748" actId="478"/>
          <ac:spMkLst>
            <pc:docMk/>
            <pc:sldMk cId="3853450506" sldId="261"/>
            <ac:spMk id="8" creationId="{A897F0E7-320F-7384-5B21-EB6B1ED8FAED}"/>
          </ac:spMkLst>
        </pc:spChg>
        <pc:spChg chg="mod ord">
          <ac:chgData name="Alex MacIntyre" userId="6bda6c9a2d8b7f18" providerId="LiveId" clId="{109E1DDB-1B68-4658-B6C0-74DFFF386A85}" dt="2024-11-08T17:36:21.213" v="6134" actId="166"/>
          <ac:spMkLst>
            <pc:docMk/>
            <pc:sldMk cId="3853450506" sldId="261"/>
            <ac:spMk id="9" creationId="{C0ADCB82-9302-29D9-06BB-E6762299635E}"/>
          </ac:spMkLst>
        </pc:spChg>
        <pc:spChg chg="add mod">
          <ac:chgData name="Alex MacIntyre" userId="6bda6c9a2d8b7f18" providerId="LiveId" clId="{109E1DDB-1B68-4658-B6C0-74DFFF386A85}" dt="2024-11-08T17:35:50.475" v="6127" actId="20577"/>
          <ac:spMkLst>
            <pc:docMk/>
            <pc:sldMk cId="3853450506" sldId="261"/>
            <ac:spMk id="10" creationId="{C140DCA8-8AE6-893E-57F2-0CCCDA96DC22}"/>
          </ac:spMkLst>
        </pc:spChg>
        <pc:spChg chg="add mod">
          <ac:chgData name="Alex MacIntyre" userId="6bda6c9a2d8b7f18" providerId="LiveId" clId="{109E1DDB-1B68-4658-B6C0-74DFFF386A85}" dt="2024-11-08T17:36:35.101" v="6136" actId="14100"/>
          <ac:spMkLst>
            <pc:docMk/>
            <pc:sldMk cId="3853450506" sldId="261"/>
            <ac:spMk id="11" creationId="{01496A5C-CCCA-DFEA-E72A-22873966D09C}"/>
          </ac:spMkLst>
        </pc:spChg>
        <pc:spChg chg="add mod">
          <ac:chgData name="Alex MacIntyre" userId="6bda6c9a2d8b7f18" providerId="LiveId" clId="{109E1DDB-1B68-4658-B6C0-74DFFF386A85}" dt="2024-11-08T17:36:03.903" v="6130" actId="1076"/>
          <ac:spMkLst>
            <pc:docMk/>
            <pc:sldMk cId="3853450506" sldId="261"/>
            <ac:spMk id="12" creationId="{43C6834F-BF92-9BE5-10DD-9DAD5214B699}"/>
          </ac:spMkLst>
        </pc:spChg>
        <pc:spChg chg="add mod">
          <ac:chgData name="Alex MacIntyre" userId="6bda6c9a2d8b7f18" providerId="LiveId" clId="{109E1DDB-1B68-4658-B6C0-74DFFF386A85}" dt="2024-11-08T17:38:04.244" v="6314" actId="20577"/>
          <ac:spMkLst>
            <pc:docMk/>
            <pc:sldMk cId="3853450506" sldId="261"/>
            <ac:spMk id="13" creationId="{8CA30993-AA89-5771-028E-A1247A3083EE}"/>
          </ac:spMkLst>
        </pc:spChg>
        <pc:spChg chg="del mod">
          <ac:chgData name="Alex MacIntyre" userId="6bda6c9a2d8b7f18" providerId="LiveId" clId="{109E1DDB-1B68-4658-B6C0-74DFFF386A85}" dt="2024-11-08T17:30:40.112" v="5850" actId="478"/>
          <ac:spMkLst>
            <pc:docMk/>
            <pc:sldMk cId="3853450506" sldId="261"/>
            <ac:spMk id="15" creationId="{EE88745B-A4EB-AB68-39EE-2C2FC6DB0507}"/>
          </ac:spMkLst>
        </pc:spChg>
        <pc:spChg chg="del">
          <ac:chgData name="Alex MacIntyre" userId="6bda6c9a2d8b7f18" providerId="LiveId" clId="{109E1DDB-1B68-4658-B6C0-74DFFF386A85}" dt="2024-11-08T17:25:12.873" v="5457" actId="478"/>
          <ac:spMkLst>
            <pc:docMk/>
            <pc:sldMk cId="3853450506" sldId="261"/>
            <ac:spMk id="17" creationId="{3DE76996-8488-CC2F-6A2E-EDE938C9D813}"/>
          </ac:spMkLst>
        </pc:spChg>
        <pc:spChg chg="mod">
          <ac:chgData name="Alex MacIntyre" userId="6bda6c9a2d8b7f18" providerId="LiveId" clId="{109E1DDB-1B68-4658-B6C0-74DFFF386A85}" dt="2024-11-08T17:22:19.753" v="5000" actId="14100"/>
          <ac:spMkLst>
            <pc:docMk/>
            <pc:sldMk cId="3853450506" sldId="261"/>
            <ac:spMk id="18" creationId="{1DC520E6-931C-5955-BD0A-E68F58F71098}"/>
          </ac:spMkLst>
        </pc:spChg>
        <pc:picChg chg="add mod ord">
          <ac:chgData name="Alex MacIntyre" userId="6bda6c9a2d8b7f18" providerId="LiveId" clId="{109E1DDB-1B68-4658-B6C0-74DFFF386A85}" dt="2024-11-08T17:33:41.647" v="5942" actId="1076"/>
          <ac:picMkLst>
            <pc:docMk/>
            <pc:sldMk cId="3853450506" sldId="261"/>
            <ac:picMk id="4" creationId="{21C049FE-6F8D-B180-957F-07B4BA32D6BF}"/>
          </ac:picMkLst>
        </pc:picChg>
        <pc:picChg chg="del">
          <ac:chgData name="Alex MacIntyre" userId="6bda6c9a2d8b7f18" providerId="LiveId" clId="{109E1DDB-1B68-4658-B6C0-74DFFF386A85}" dt="2024-11-08T17:20:26.093" v="4985" actId="478"/>
          <ac:picMkLst>
            <pc:docMk/>
            <pc:sldMk cId="3853450506" sldId="261"/>
            <ac:picMk id="5" creationId="{F338B11D-937C-9F60-F395-1BE64BAFB17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6851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3677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020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36405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30859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34097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6748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9640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74814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24318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65864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11/8/2024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465884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11/8/2024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53458766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19" r:id="rId6"/>
    <p:sldLayoutId id="2147483714" r:id="rId7"/>
    <p:sldLayoutId id="2147483715" r:id="rId8"/>
    <p:sldLayoutId id="2147483716" r:id="rId9"/>
    <p:sldLayoutId id="2147483717" r:id="rId10"/>
    <p:sldLayoutId id="2147483718" r:id="rId11"/>
    <p:sldLayoutId id="2147483720"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no-reply@zoom.u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8884D9-9583-4D3B-961C-8D72A765A3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2CFCB-4A69-006A-41FD-FB029288A35C}"/>
              </a:ext>
            </a:extLst>
          </p:cNvPr>
          <p:cNvSpPr>
            <a:spLocks noGrp="1"/>
          </p:cNvSpPr>
          <p:nvPr>
            <p:ph type="ctrTitle"/>
          </p:nvPr>
        </p:nvSpPr>
        <p:spPr>
          <a:xfrm>
            <a:off x="838199" y="1406005"/>
            <a:ext cx="6636391" cy="2806704"/>
          </a:xfrm>
        </p:spPr>
        <p:txBody>
          <a:bodyPr anchor="b">
            <a:normAutofit/>
          </a:bodyPr>
          <a:lstStyle/>
          <a:p>
            <a:r>
              <a:rPr lang="en-CA" dirty="0"/>
              <a:t>Social Engineering</a:t>
            </a:r>
            <a:br>
              <a:rPr lang="en-CA" dirty="0"/>
            </a:br>
            <a:r>
              <a:rPr lang="en-CA" dirty="0"/>
              <a:t>   - Is it Phishing? -</a:t>
            </a:r>
          </a:p>
        </p:txBody>
      </p:sp>
      <p:sp>
        <p:nvSpPr>
          <p:cNvPr id="3" name="Subtitle 2">
            <a:extLst>
              <a:ext uri="{FF2B5EF4-FFF2-40B4-BE49-F238E27FC236}">
                <a16:creationId xmlns:a16="http://schemas.microsoft.com/office/drawing/2014/main" id="{D2EC8D2E-E105-EC83-B61F-9672972DE86A}"/>
              </a:ext>
            </a:extLst>
          </p:cNvPr>
          <p:cNvSpPr>
            <a:spLocks noGrp="1"/>
          </p:cNvSpPr>
          <p:nvPr>
            <p:ph type="subTitle" idx="1"/>
          </p:nvPr>
        </p:nvSpPr>
        <p:spPr>
          <a:xfrm>
            <a:off x="1215704" y="4150831"/>
            <a:ext cx="5257800" cy="1467873"/>
          </a:xfrm>
        </p:spPr>
        <p:txBody>
          <a:bodyPr>
            <a:normAutofit/>
          </a:bodyPr>
          <a:lstStyle/>
          <a:p>
            <a:pPr algn="ctr"/>
            <a:r>
              <a:rPr lang="en-CA" dirty="0"/>
              <a:t>Cyber Crime Survey</a:t>
            </a:r>
          </a:p>
          <a:p>
            <a:pPr algn="ctr"/>
            <a:r>
              <a:rPr lang="en-CA" dirty="0"/>
              <a:t>Lab #7</a:t>
            </a:r>
          </a:p>
          <a:p>
            <a:pPr algn="ctr"/>
            <a:r>
              <a:rPr lang="en-CA" dirty="0"/>
              <a:t>Alex MacIntyre</a:t>
            </a:r>
          </a:p>
        </p:txBody>
      </p:sp>
      <p:pic>
        <p:nvPicPr>
          <p:cNvPr id="4" name="Picture 3">
            <a:extLst>
              <a:ext uri="{FF2B5EF4-FFF2-40B4-BE49-F238E27FC236}">
                <a16:creationId xmlns:a16="http://schemas.microsoft.com/office/drawing/2014/main" id="{00FD4141-1025-05ED-4C8F-F5DAE26D26EC}"/>
              </a:ext>
            </a:extLst>
          </p:cNvPr>
          <p:cNvPicPr>
            <a:picLocks noChangeAspect="1"/>
          </p:cNvPicPr>
          <p:nvPr/>
        </p:nvPicPr>
        <p:blipFill>
          <a:blip r:embed="rId2"/>
          <a:srcRect l="6095" r="2778" b="-3"/>
          <a:stretch/>
        </p:blipFill>
        <p:spPr>
          <a:xfrm>
            <a:off x="7136182" y="10"/>
            <a:ext cx="4226140" cy="5785607"/>
          </a:xfrm>
          <a:custGeom>
            <a:avLst/>
            <a:gdLst/>
            <a:ahLst/>
            <a:cxnLst/>
            <a:rect l="l" t="t" r="r" b="b"/>
            <a:pathLst>
              <a:path w="4226140" h="5785617">
                <a:moveTo>
                  <a:pt x="0" y="0"/>
                </a:moveTo>
                <a:lnTo>
                  <a:pt x="4226140" y="0"/>
                </a:lnTo>
                <a:cubicBezTo>
                  <a:pt x="4198013" y="675255"/>
                  <a:pt x="4161526" y="1305268"/>
                  <a:pt x="4121998" y="1488576"/>
                </a:cubicBezTo>
                <a:cubicBezTo>
                  <a:pt x="3622189" y="3809910"/>
                  <a:pt x="3457992" y="3861183"/>
                  <a:pt x="3457992" y="3861183"/>
                </a:cubicBezTo>
                <a:cubicBezTo>
                  <a:pt x="3457992" y="3861183"/>
                  <a:pt x="3429106" y="3612863"/>
                  <a:pt x="3391098" y="3490211"/>
                </a:cubicBezTo>
                <a:cubicBezTo>
                  <a:pt x="3383496" y="3662796"/>
                  <a:pt x="3234124" y="4346763"/>
                  <a:pt x="3207898" y="4373907"/>
                </a:cubicBezTo>
                <a:cubicBezTo>
                  <a:pt x="3201437" y="4357821"/>
                  <a:pt x="3194595" y="4339726"/>
                  <a:pt x="3188133" y="4322299"/>
                </a:cubicBezTo>
                <a:cubicBezTo>
                  <a:pt x="3166469" y="4356481"/>
                  <a:pt x="3139103" y="4388317"/>
                  <a:pt x="3101094" y="4416132"/>
                </a:cubicBezTo>
                <a:cubicBezTo>
                  <a:pt x="2970346" y="4511974"/>
                  <a:pt x="3011015" y="4677855"/>
                  <a:pt x="2958184" y="4813241"/>
                </a:cubicBezTo>
                <a:cubicBezTo>
                  <a:pt x="2685284" y="4720414"/>
                  <a:pt x="2793608" y="4492202"/>
                  <a:pt x="2745338" y="4313922"/>
                </a:cubicBezTo>
                <a:cubicBezTo>
                  <a:pt x="2569739" y="4777385"/>
                  <a:pt x="2488401" y="4682212"/>
                  <a:pt x="2424928" y="4866524"/>
                </a:cubicBezTo>
                <a:cubicBezTo>
                  <a:pt x="2346250" y="5095407"/>
                  <a:pt x="2343970" y="5150031"/>
                  <a:pt x="2343970" y="5150031"/>
                </a:cubicBezTo>
                <a:cubicBezTo>
                  <a:pt x="2200678" y="4972085"/>
                  <a:pt x="2255031" y="4774703"/>
                  <a:pt x="2205240" y="4562911"/>
                </a:cubicBezTo>
                <a:cubicBezTo>
                  <a:pt x="2147466" y="4492872"/>
                  <a:pt x="2120862" y="4418812"/>
                  <a:pt x="2106038" y="4342071"/>
                </a:cubicBezTo>
                <a:cubicBezTo>
                  <a:pt x="2074112" y="4296495"/>
                  <a:pt x="2028881" y="4506612"/>
                  <a:pt x="1976430" y="4460032"/>
                </a:cubicBezTo>
                <a:cubicBezTo>
                  <a:pt x="1932340" y="4676850"/>
                  <a:pt x="1845302" y="4884620"/>
                  <a:pt x="1772325" y="5148354"/>
                </a:cubicBezTo>
                <a:cubicBezTo>
                  <a:pt x="1735078" y="5282066"/>
                  <a:pt x="1679965" y="5271006"/>
                  <a:pt x="1680346" y="5258608"/>
                </a:cubicBezTo>
                <a:cubicBezTo>
                  <a:pt x="1682626" y="4944941"/>
                  <a:pt x="1756362" y="4963372"/>
                  <a:pt x="1722915" y="4649036"/>
                </a:cubicBezTo>
                <a:cubicBezTo>
                  <a:pt x="1719114" y="4593407"/>
                  <a:pt x="1751801" y="4501920"/>
                  <a:pt x="1665522" y="4490862"/>
                </a:cubicBezTo>
                <a:cubicBezTo>
                  <a:pt x="1553778" y="4479468"/>
                  <a:pt x="1576582" y="4595082"/>
                  <a:pt x="1565181" y="4645684"/>
                </a:cubicBezTo>
                <a:cubicBezTo>
                  <a:pt x="1524892" y="4848093"/>
                  <a:pt x="1504748" y="4983479"/>
                  <a:pt x="1479662" y="5190580"/>
                </a:cubicBezTo>
                <a:cubicBezTo>
                  <a:pt x="1467118" y="5278045"/>
                  <a:pt x="1484983" y="5384611"/>
                  <a:pt x="1317746" y="5348754"/>
                </a:cubicBezTo>
                <a:cubicBezTo>
                  <a:pt x="1154311" y="5372882"/>
                  <a:pt x="1206383" y="5535411"/>
                  <a:pt x="1128085" y="5616845"/>
                </a:cubicBezTo>
                <a:cubicBezTo>
                  <a:pt x="1037246" y="5573280"/>
                  <a:pt x="1101099" y="5459341"/>
                  <a:pt x="979473" y="5424488"/>
                </a:cubicBezTo>
                <a:cubicBezTo>
                  <a:pt x="1016341" y="5586684"/>
                  <a:pt x="746863" y="5562555"/>
                  <a:pt x="748003" y="5724081"/>
                </a:cubicBezTo>
                <a:cubicBezTo>
                  <a:pt x="586847" y="5854440"/>
                  <a:pt x="512731" y="5755916"/>
                  <a:pt x="454578" y="5630249"/>
                </a:cubicBezTo>
                <a:cubicBezTo>
                  <a:pt x="381983" y="5467049"/>
                  <a:pt x="406308" y="5292454"/>
                  <a:pt x="395286" y="5116854"/>
                </a:cubicBezTo>
                <a:cubicBezTo>
                  <a:pt x="371340" y="4896349"/>
                  <a:pt x="305966" y="4749905"/>
                  <a:pt x="309387" y="4526719"/>
                </a:cubicBezTo>
                <a:cubicBezTo>
                  <a:pt x="260356" y="4381615"/>
                  <a:pt x="274420" y="4226792"/>
                  <a:pt x="261117" y="4072305"/>
                </a:cubicBezTo>
                <a:cubicBezTo>
                  <a:pt x="230710" y="3841746"/>
                  <a:pt x="193461" y="3986516"/>
                  <a:pt x="159254" y="3753611"/>
                </a:cubicBezTo>
                <a:cubicBezTo>
                  <a:pt x="125427" y="3524058"/>
                  <a:pt x="79817" y="2370261"/>
                  <a:pt x="79437" y="2368586"/>
                </a:cubicBezTo>
                <a:cubicBezTo>
                  <a:pt x="79817" y="2368586"/>
                  <a:pt x="13303" y="1194346"/>
                  <a:pt x="0" y="335"/>
                </a:cubicBezTo>
                <a:close/>
              </a:path>
            </a:pathLst>
          </a:custGeom>
        </p:spPr>
      </p:pic>
    </p:spTree>
    <p:extLst>
      <p:ext uri="{BB962C8B-B14F-4D97-AF65-F5344CB8AC3E}">
        <p14:creationId xmlns:p14="http://schemas.microsoft.com/office/powerpoint/2010/main" val="2454895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9603-9894-EA13-1A68-C0EF00BE70C8}"/>
              </a:ext>
            </a:extLst>
          </p:cNvPr>
          <p:cNvSpPr>
            <a:spLocks noGrp="1"/>
          </p:cNvSpPr>
          <p:nvPr>
            <p:ph type="title"/>
          </p:nvPr>
        </p:nvSpPr>
        <p:spPr/>
        <p:txBody>
          <a:bodyPr/>
          <a:lstStyle/>
          <a:p>
            <a:r>
              <a:rPr lang="en-CA" dirty="0"/>
              <a:t>Example 1: Zoom Password Change</a:t>
            </a:r>
          </a:p>
        </p:txBody>
      </p:sp>
      <p:pic>
        <p:nvPicPr>
          <p:cNvPr id="9" name="Content Placeholder 8">
            <a:extLst>
              <a:ext uri="{FF2B5EF4-FFF2-40B4-BE49-F238E27FC236}">
                <a16:creationId xmlns:a16="http://schemas.microsoft.com/office/drawing/2014/main" id="{28387858-7C98-55BF-B0F7-DBA957F1E306}"/>
              </a:ext>
            </a:extLst>
          </p:cNvPr>
          <p:cNvPicPr>
            <a:picLocks noGrp="1" noChangeAspect="1"/>
          </p:cNvPicPr>
          <p:nvPr>
            <p:ph idx="1"/>
          </p:nvPr>
        </p:nvPicPr>
        <p:blipFill>
          <a:blip r:embed="rId2"/>
          <a:stretch>
            <a:fillRect/>
          </a:stretch>
        </p:blipFill>
        <p:spPr>
          <a:xfrm>
            <a:off x="838200" y="1690688"/>
            <a:ext cx="4953429" cy="4054191"/>
          </a:xfrm>
        </p:spPr>
      </p:pic>
      <p:sp>
        <p:nvSpPr>
          <p:cNvPr id="15" name="Arrow: Left 14">
            <a:extLst>
              <a:ext uri="{FF2B5EF4-FFF2-40B4-BE49-F238E27FC236}">
                <a16:creationId xmlns:a16="http://schemas.microsoft.com/office/drawing/2014/main" id="{CF3613A4-774B-810F-89CC-7EE0A9967F33}"/>
              </a:ext>
            </a:extLst>
          </p:cNvPr>
          <p:cNvSpPr/>
          <p:nvPr/>
        </p:nvSpPr>
        <p:spPr>
          <a:xfrm rot="10800000">
            <a:off x="2297296" y="2264763"/>
            <a:ext cx="3493905" cy="39858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7" name="Arrow: Left 16">
            <a:extLst>
              <a:ext uri="{FF2B5EF4-FFF2-40B4-BE49-F238E27FC236}">
                <a16:creationId xmlns:a16="http://schemas.microsoft.com/office/drawing/2014/main" id="{14F0A076-B661-0B79-4F09-80E00E605B2C}"/>
              </a:ext>
            </a:extLst>
          </p:cNvPr>
          <p:cNvSpPr/>
          <p:nvPr/>
        </p:nvSpPr>
        <p:spPr>
          <a:xfrm rot="10800000">
            <a:off x="5027103" y="4053784"/>
            <a:ext cx="764098" cy="39858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Left 17">
            <a:extLst>
              <a:ext uri="{FF2B5EF4-FFF2-40B4-BE49-F238E27FC236}">
                <a16:creationId xmlns:a16="http://schemas.microsoft.com/office/drawing/2014/main" id="{179428B6-C25B-A8A4-838C-3D6B2C6C6C8B}"/>
              </a:ext>
            </a:extLst>
          </p:cNvPr>
          <p:cNvSpPr/>
          <p:nvPr/>
        </p:nvSpPr>
        <p:spPr>
          <a:xfrm rot="10800000">
            <a:off x="2450121" y="1453662"/>
            <a:ext cx="3341507" cy="644769"/>
          </a:xfrm>
          <a:prstGeom prst="leftArrow">
            <a:avLst>
              <a:gd name="adj1" fmla="val 26471"/>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A569BEFD-F181-7A9B-CDB1-DCF9D639613F}"/>
              </a:ext>
            </a:extLst>
          </p:cNvPr>
          <p:cNvSpPr txBox="1"/>
          <p:nvPr/>
        </p:nvSpPr>
        <p:spPr>
          <a:xfrm>
            <a:off x="1840522" y="5969655"/>
            <a:ext cx="3423139" cy="523220"/>
          </a:xfrm>
          <a:prstGeom prst="rect">
            <a:avLst/>
          </a:prstGeom>
          <a:noFill/>
        </p:spPr>
        <p:txBody>
          <a:bodyPr wrap="square">
            <a:spAutoFit/>
          </a:bodyPr>
          <a:lstStyle/>
          <a:p>
            <a:r>
              <a:rPr lang="en-CA" sz="2800" dirty="0">
                <a:latin typeface="+mj-lt"/>
              </a:rPr>
              <a:t>Designation: Real</a:t>
            </a:r>
          </a:p>
        </p:txBody>
      </p:sp>
      <p:sp>
        <p:nvSpPr>
          <p:cNvPr id="22" name="TextBox 21">
            <a:extLst>
              <a:ext uri="{FF2B5EF4-FFF2-40B4-BE49-F238E27FC236}">
                <a16:creationId xmlns:a16="http://schemas.microsoft.com/office/drawing/2014/main" id="{88833233-A604-488C-0A2D-1624C44F5A1D}"/>
              </a:ext>
            </a:extLst>
          </p:cNvPr>
          <p:cNvSpPr txBox="1"/>
          <p:nvPr/>
        </p:nvSpPr>
        <p:spPr>
          <a:xfrm>
            <a:off x="5791201" y="1239557"/>
            <a:ext cx="6313686"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Ensure that the email was sent from a legitimate address. </a:t>
            </a:r>
          </a:p>
          <a:p>
            <a:r>
              <a:rPr lang="en-CA" sz="1600" dirty="0"/>
              <a:t>     Zoom uses </a:t>
            </a:r>
            <a:r>
              <a:rPr lang="en-CA" sz="1600" dirty="0">
                <a:hlinkClick r:id="rId3"/>
              </a:rPr>
              <a:t>no-reply@zoom.us</a:t>
            </a:r>
            <a:r>
              <a:rPr lang="en-CA" sz="1600" dirty="0"/>
              <a:t> for account purposes. </a:t>
            </a:r>
          </a:p>
          <a:p>
            <a:r>
              <a:rPr lang="en-CA" sz="1600" dirty="0"/>
              <a:t>     By clicking the down arrow next to “to me”, you can see   </a:t>
            </a:r>
          </a:p>
          <a:p>
            <a:r>
              <a:rPr lang="en-CA" sz="1600" dirty="0"/>
              <a:t>     more details.</a:t>
            </a:r>
          </a:p>
        </p:txBody>
      </p:sp>
      <p:sp>
        <p:nvSpPr>
          <p:cNvPr id="25" name="TextBox 24">
            <a:extLst>
              <a:ext uri="{FF2B5EF4-FFF2-40B4-BE49-F238E27FC236}">
                <a16:creationId xmlns:a16="http://schemas.microsoft.com/office/drawing/2014/main" id="{AF4EA720-156E-0CA9-44B7-EAC694FF81A0}"/>
              </a:ext>
            </a:extLst>
          </p:cNvPr>
          <p:cNvSpPr txBox="1"/>
          <p:nvPr/>
        </p:nvSpPr>
        <p:spPr>
          <a:xfrm>
            <a:off x="5791201" y="2316775"/>
            <a:ext cx="6121166"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Assuming Maritza Johnson is indeed the addressee, this could point towards legitimacy, given account details.</a:t>
            </a:r>
          </a:p>
          <a:p>
            <a:r>
              <a:rPr lang="en-CA" sz="1600" dirty="0"/>
              <a:t>     If that is not their name, it could serve as an indicator that   </a:t>
            </a:r>
            <a:br>
              <a:rPr lang="en-CA" sz="1600" dirty="0"/>
            </a:br>
            <a:r>
              <a:rPr lang="en-CA" sz="1600" dirty="0"/>
              <a:t>     it is phishing. </a:t>
            </a:r>
          </a:p>
        </p:txBody>
      </p:sp>
      <p:sp>
        <p:nvSpPr>
          <p:cNvPr id="26" name="TextBox 25">
            <a:extLst>
              <a:ext uri="{FF2B5EF4-FFF2-40B4-BE49-F238E27FC236}">
                <a16:creationId xmlns:a16="http://schemas.microsoft.com/office/drawing/2014/main" id="{AE4AADED-BF52-83BF-24FA-DD1AD15DDD36}"/>
              </a:ext>
            </a:extLst>
          </p:cNvPr>
          <p:cNvSpPr txBox="1"/>
          <p:nvPr/>
        </p:nvSpPr>
        <p:spPr>
          <a:xfrm>
            <a:off x="5791201" y="4539272"/>
            <a:ext cx="6121166" cy="584775"/>
          </a:xfrm>
          <a:prstGeom prst="rect">
            <a:avLst/>
          </a:prstGeom>
          <a:noFill/>
        </p:spPr>
        <p:txBody>
          <a:bodyPr wrap="square" rtlCol="0">
            <a:spAutoFit/>
          </a:bodyPr>
          <a:lstStyle/>
          <a:p>
            <a:pPr marL="285750" indent="-285750">
              <a:buFont typeface="Arial" panose="020B0604020202020204" pitchFamily="34" charset="0"/>
              <a:buChar char="•"/>
            </a:pPr>
            <a:r>
              <a:rPr lang="en-CA" sz="1600" dirty="0"/>
              <a:t>No notable errors or typos can help indicate that the email is legitimate, given other legitimizing factors.</a:t>
            </a:r>
          </a:p>
        </p:txBody>
      </p:sp>
      <p:sp>
        <p:nvSpPr>
          <p:cNvPr id="27" name="TextBox 26">
            <a:extLst>
              <a:ext uri="{FF2B5EF4-FFF2-40B4-BE49-F238E27FC236}">
                <a16:creationId xmlns:a16="http://schemas.microsoft.com/office/drawing/2014/main" id="{47CE948F-DACE-F4A0-4A59-EA38610D6949}"/>
              </a:ext>
            </a:extLst>
          </p:cNvPr>
          <p:cNvSpPr txBox="1"/>
          <p:nvPr/>
        </p:nvSpPr>
        <p:spPr>
          <a:xfrm>
            <a:off x="5791201" y="3462054"/>
            <a:ext cx="6121166"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Zoom.us is a legitimate address, and since the address is asked to be pasted into the browser, there is little chance that there is a phishing hyperlink hidden here. </a:t>
            </a:r>
          </a:p>
          <a:p>
            <a:r>
              <a:rPr lang="en-CA" sz="1600" dirty="0"/>
              <a:t>     To verify a link, hover the mouse over it.</a:t>
            </a:r>
          </a:p>
        </p:txBody>
      </p:sp>
      <p:sp>
        <p:nvSpPr>
          <p:cNvPr id="28" name="Arrow: Left 27">
            <a:extLst>
              <a:ext uri="{FF2B5EF4-FFF2-40B4-BE49-F238E27FC236}">
                <a16:creationId xmlns:a16="http://schemas.microsoft.com/office/drawing/2014/main" id="{10189806-4D5D-275A-755A-532BF8F0B5ED}"/>
              </a:ext>
            </a:extLst>
          </p:cNvPr>
          <p:cNvSpPr/>
          <p:nvPr/>
        </p:nvSpPr>
        <p:spPr>
          <a:xfrm rot="10800000">
            <a:off x="2810311" y="3387644"/>
            <a:ext cx="2980889" cy="39858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957210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6AE64-C335-DC8C-9B56-7C1EA7E14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8D1A4-C995-AAC4-021E-E3313864219B}"/>
              </a:ext>
            </a:extLst>
          </p:cNvPr>
          <p:cNvSpPr>
            <a:spLocks noGrp="1"/>
          </p:cNvSpPr>
          <p:nvPr>
            <p:ph type="title"/>
          </p:nvPr>
        </p:nvSpPr>
        <p:spPr/>
        <p:txBody>
          <a:bodyPr/>
          <a:lstStyle/>
          <a:p>
            <a:r>
              <a:rPr lang="en-CA" dirty="0"/>
              <a:t>Example 2: : Library Account Access</a:t>
            </a:r>
          </a:p>
        </p:txBody>
      </p:sp>
      <p:sp>
        <p:nvSpPr>
          <p:cNvPr id="20" name="TextBox 19">
            <a:extLst>
              <a:ext uri="{FF2B5EF4-FFF2-40B4-BE49-F238E27FC236}">
                <a16:creationId xmlns:a16="http://schemas.microsoft.com/office/drawing/2014/main" id="{3D41BBA4-48EA-481A-4060-CC40778C979E}"/>
              </a:ext>
            </a:extLst>
          </p:cNvPr>
          <p:cNvSpPr txBox="1"/>
          <p:nvPr/>
        </p:nvSpPr>
        <p:spPr>
          <a:xfrm>
            <a:off x="1840522" y="5969655"/>
            <a:ext cx="3423139" cy="523220"/>
          </a:xfrm>
          <a:prstGeom prst="rect">
            <a:avLst/>
          </a:prstGeom>
          <a:noFill/>
        </p:spPr>
        <p:txBody>
          <a:bodyPr wrap="square">
            <a:spAutoFit/>
          </a:bodyPr>
          <a:lstStyle/>
          <a:p>
            <a:r>
              <a:rPr lang="en-CA" sz="2800" dirty="0">
                <a:latin typeface="+mj-lt"/>
              </a:rPr>
              <a:t>Designation: Real</a:t>
            </a:r>
          </a:p>
        </p:txBody>
      </p:sp>
      <p:pic>
        <p:nvPicPr>
          <p:cNvPr id="6" name="Picture 5">
            <a:extLst>
              <a:ext uri="{FF2B5EF4-FFF2-40B4-BE49-F238E27FC236}">
                <a16:creationId xmlns:a16="http://schemas.microsoft.com/office/drawing/2014/main" id="{68C43F70-6493-3759-8EAB-671E666DCC78}"/>
              </a:ext>
            </a:extLst>
          </p:cNvPr>
          <p:cNvPicPr>
            <a:picLocks noChangeAspect="1"/>
          </p:cNvPicPr>
          <p:nvPr/>
        </p:nvPicPr>
        <p:blipFill>
          <a:blip r:embed="rId2"/>
          <a:stretch>
            <a:fillRect/>
          </a:stretch>
        </p:blipFill>
        <p:spPr>
          <a:xfrm>
            <a:off x="1621304" y="1342989"/>
            <a:ext cx="4238701" cy="4484236"/>
          </a:xfrm>
          <a:prstGeom prst="rect">
            <a:avLst/>
          </a:prstGeom>
        </p:spPr>
      </p:pic>
      <p:sp>
        <p:nvSpPr>
          <p:cNvPr id="18" name="Arrow: Left 17">
            <a:extLst>
              <a:ext uri="{FF2B5EF4-FFF2-40B4-BE49-F238E27FC236}">
                <a16:creationId xmlns:a16="http://schemas.microsoft.com/office/drawing/2014/main" id="{68B671D0-28B2-BEAC-5C4F-581F992E7459}"/>
              </a:ext>
            </a:extLst>
          </p:cNvPr>
          <p:cNvSpPr/>
          <p:nvPr/>
        </p:nvSpPr>
        <p:spPr>
          <a:xfrm rot="10800000">
            <a:off x="2877895" y="1258172"/>
            <a:ext cx="2901688" cy="363763"/>
          </a:xfrm>
          <a:prstGeom prst="leftArrow">
            <a:avLst>
              <a:gd name="adj1" fmla="val 26471"/>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5" name="Arrow: Left 14">
            <a:extLst>
              <a:ext uri="{FF2B5EF4-FFF2-40B4-BE49-F238E27FC236}">
                <a16:creationId xmlns:a16="http://schemas.microsoft.com/office/drawing/2014/main" id="{70E35E9F-30FD-D19F-8733-B09EF265DC28}"/>
              </a:ext>
            </a:extLst>
          </p:cNvPr>
          <p:cNvSpPr/>
          <p:nvPr/>
        </p:nvSpPr>
        <p:spPr>
          <a:xfrm rot="10800000">
            <a:off x="2486284" y="2469260"/>
            <a:ext cx="3293299" cy="19929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Left 16">
            <a:extLst>
              <a:ext uri="{FF2B5EF4-FFF2-40B4-BE49-F238E27FC236}">
                <a16:creationId xmlns:a16="http://schemas.microsoft.com/office/drawing/2014/main" id="{627CEB19-9A9A-E522-9C17-EBC5C7DDB9EA}"/>
              </a:ext>
            </a:extLst>
          </p:cNvPr>
          <p:cNvSpPr/>
          <p:nvPr/>
        </p:nvSpPr>
        <p:spPr>
          <a:xfrm rot="10800000">
            <a:off x="4747738" y="3804139"/>
            <a:ext cx="1031845" cy="19929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5457C5A0-6BA0-F139-30ED-D58B3CADCFD9}"/>
              </a:ext>
            </a:extLst>
          </p:cNvPr>
          <p:cNvSpPr txBox="1"/>
          <p:nvPr/>
        </p:nvSpPr>
        <p:spPr>
          <a:xfrm>
            <a:off x="6021330" y="1258172"/>
            <a:ext cx="6115574"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A lack of identifying information such as the name or email address of the sender can indicate a fraudulent email. If the information was removed for the purpose of the example, it could still be seen as legitimate.</a:t>
            </a:r>
          </a:p>
        </p:txBody>
      </p:sp>
      <p:sp>
        <p:nvSpPr>
          <p:cNvPr id="13" name="TextBox 12">
            <a:extLst>
              <a:ext uri="{FF2B5EF4-FFF2-40B4-BE49-F238E27FC236}">
                <a16:creationId xmlns:a16="http://schemas.microsoft.com/office/drawing/2014/main" id="{657534C0-F934-D0E9-7BFC-DA537C2FC0B4}"/>
              </a:ext>
            </a:extLst>
          </p:cNvPr>
          <p:cNvSpPr txBox="1"/>
          <p:nvPr/>
        </p:nvSpPr>
        <p:spPr>
          <a:xfrm>
            <a:off x="6021330" y="2280502"/>
            <a:ext cx="6042039"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Many real institutions such as universities may have automated systems that don’t personalize addressee information. This could be seen as a delegitimizing factor if combined with other red flags. </a:t>
            </a:r>
          </a:p>
        </p:txBody>
      </p:sp>
      <p:sp>
        <p:nvSpPr>
          <p:cNvPr id="14" name="TextBox 13">
            <a:extLst>
              <a:ext uri="{FF2B5EF4-FFF2-40B4-BE49-F238E27FC236}">
                <a16:creationId xmlns:a16="http://schemas.microsoft.com/office/drawing/2014/main" id="{8C06E3CC-01AE-2851-7A87-757903B30F7B}"/>
              </a:ext>
            </a:extLst>
          </p:cNvPr>
          <p:cNvSpPr txBox="1"/>
          <p:nvPr/>
        </p:nvSpPr>
        <p:spPr>
          <a:xfrm>
            <a:off x="6021330" y="3357720"/>
            <a:ext cx="5916204" cy="1569660"/>
          </a:xfrm>
          <a:prstGeom prst="rect">
            <a:avLst/>
          </a:prstGeom>
          <a:noFill/>
        </p:spPr>
        <p:txBody>
          <a:bodyPr wrap="square" rtlCol="0">
            <a:spAutoFit/>
          </a:bodyPr>
          <a:lstStyle/>
          <a:p>
            <a:pPr marL="285750" indent="-285750">
              <a:buFont typeface="Arial" panose="020B0604020202020204" pitchFamily="34" charset="0"/>
              <a:buChar char="•"/>
            </a:pPr>
            <a:r>
              <a:rPr lang="en-CA" sz="1600" dirty="0"/>
              <a:t>The provided link seems to direct towards a login page under the university's domain, which offers credence to legitimacy. To verify that there is no redirection, hover over the link. To further verify, visit the website independently of the email and log into the affected account. </a:t>
            </a:r>
          </a:p>
        </p:txBody>
      </p:sp>
      <p:sp>
        <p:nvSpPr>
          <p:cNvPr id="16" name="TextBox 15">
            <a:extLst>
              <a:ext uri="{FF2B5EF4-FFF2-40B4-BE49-F238E27FC236}">
                <a16:creationId xmlns:a16="http://schemas.microsoft.com/office/drawing/2014/main" id="{7FA7631A-AE7F-552B-656E-94E636969307}"/>
              </a:ext>
            </a:extLst>
          </p:cNvPr>
          <p:cNvSpPr txBox="1"/>
          <p:nvPr/>
        </p:nvSpPr>
        <p:spPr>
          <a:xfrm>
            <a:off x="6021330" y="4851879"/>
            <a:ext cx="5916204"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The contact email is associated with the organization and offers legitimacy, as there is somebody to contact regarding the email. </a:t>
            </a:r>
          </a:p>
        </p:txBody>
      </p:sp>
      <p:sp>
        <p:nvSpPr>
          <p:cNvPr id="19" name="TextBox 18">
            <a:extLst>
              <a:ext uri="{FF2B5EF4-FFF2-40B4-BE49-F238E27FC236}">
                <a16:creationId xmlns:a16="http://schemas.microsoft.com/office/drawing/2014/main" id="{F82AAAAB-88B4-6463-C4D7-0F2B929011AF}"/>
              </a:ext>
            </a:extLst>
          </p:cNvPr>
          <p:cNvSpPr txBox="1"/>
          <p:nvPr/>
        </p:nvSpPr>
        <p:spPr>
          <a:xfrm>
            <a:off x="6021330" y="5682876"/>
            <a:ext cx="5689700" cy="584775"/>
          </a:xfrm>
          <a:prstGeom prst="rect">
            <a:avLst/>
          </a:prstGeom>
          <a:noFill/>
        </p:spPr>
        <p:txBody>
          <a:bodyPr wrap="square" rtlCol="0">
            <a:spAutoFit/>
          </a:bodyPr>
          <a:lstStyle/>
          <a:p>
            <a:pPr marL="285750" indent="-285750">
              <a:buFont typeface="Arial" panose="020B0604020202020204" pitchFamily="34" charset="0"/>
              <a:buChar char="•"/>
            </a:pPr>
            <a:r>
              <a:rPr lang="en-CA" sz="1600" dirty="0"/>
              <a:t>This is a professionally written email with no typos, which works in favor of it being legitimate. </a:t>
            </a:r>
          </a:p>
        </p:txBody>
      </p:sp>
      <p:sp>
        <p:nvSpPr>
          <p:cNvPr id="23" name="Arrow: Bent 22">
            <a:extLst>
              <a:ext uri="{FF2B5EF4-FFF2-40B4-BE49-F238E27FC236}">
                <a16:creationId xmlns:a16="http://schemas.microsoft.com/office/drawing/2014/main" id="{75B9178B-6327-F73D-96CB-0302048EA7B5}"/>
              </a:ext>
            </a:extLst>
          </p:cNvPr>
          <p:cNvSpPr/>
          <p:nvPr/>
        </p:nvSpPr>
        <p:spPr>
          <a:xfrm rot="10800000" flipH="1">
            <a:off x="2583828" y="4776378"/>
            <a:ext cx="3293299" cy="475130"/>
          </a:xfrm>
          <a:prstGeom prst="bentArrow">
            <a:avLst>
              <a:gd name="adj1" fmla="val 25000"/>
              <a:gd name="adj2" fmla="val 50000"/>
              <a:gd name="adj3" fmla="val 25000"/>
              <a:gd name="adj4" fmla="val 761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Tree>
    <p:extLst>
      <p:ext uri="{BB962C8B-B14F-4D97-AF65-F5344CB8AC3E}">
        <p14:creationId xmlns:p14="http://schemas.microsoft.com/office/powerpoint/2010/main" val="2910598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73FA2-A1DC-729F-336E-714BE56542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FB0E49-B90A-17B6-5D17-A52886F25B9D}"/>
              </a:ext>
            </a:extLst>
          </p:cNvPr>
          <p:cNvPicPr>
            <a:picLocks noChangeAspect="1"/>
          </p:cNvPicPr>
          <p:nvPr/>
        </p:nvPicPr>
        <p:blipFill>
          <a:blip r:embed="rId2"/>
          <a:stretch>
            <a:fillRect/>
          </a:stretch>
        </p:blipFill>
        <p:spPr>
          <a:xfrm>
            <a:off x="838200" y="1552888"/>
            <a:ext cx="3715177" cy="3752223"/>
          </a:xfrm>
          <a:prstGeom prst="rect">
            <a:avLst/>
          </a:prstGeom>
        </p:spPr>
      </p:pic>
      <p:sp>
        <p:nvSpPr>
          <p:cNvPr id="2" name="Title 1">
            <a:extLst>
              <a:ext uri="{FF2B5EF4-FFF2-40B4-BE49-F238E27FC236}">
                <a16:creationId xmlns:a16="http://schemas.microsoft.com/office/drawing/2014/main" id="{A133CEA0-1D14-2A3F-8032-C592B262CD9F}"/>
              </a:ext>
            </a:extLst>
          </p:cNvPr>
          <p:cNvSpPr>
            <a:spLocks noGrp="1"/>
          </p:cNvSpPr>
          <p:nvPr>
            <p:ph type="title"/>
          </p:nvPr>
        </p:nvSpPr>
        <p:spPr/>
        <p:txBody>
          <a:bodyPr/>
          <a:lstStyle/>
          <a:p>
            <a:r>
              <a:rPr lang="en-CA" dirty="0"/>
              <a:t>Example 3: Bank Slip and ZIP</a:t>
            </a:r>
          </a:p>
        </p:txBody>
      </p:sp>
      <p:sp>
        <p:nvSpPr>
          <p:cNvPr id="20" name="TextBox 19">
            <a:extLst>
              <a:ext uri="{FF2B5EF4-FFF2-40B4-BE49-F238E27FC236}">
                <a16:creationId xmlns:a16="http://schemas.microsoft.com/office/drawing/2014/main" id="{118DFB70-2800-83BD-34DC-1D4F628A50AD}"/>
              </a:ext>
            </a:extLst>
          </p:cNvPr>
          <p:cNvSpPr txBox="1"/>
          <p:nvPr/>
        </p:nvSpPr>
        <p:spPr>
          <a:xfrm>
            <a:off x="1289642" y="5723943"/>
            <a:ext cx="4489940" cy="523220"/>
          </a:xfrm>
          <a:prstGeom prst="rect">
            <a:avLst/>
          </a:prstGeom>
          <a:noFill/>
        </p:spPr>
        <p:txBody>
          <a:bodyPr wrap="square">
            <a:spAutoFit/>
          </a:bodyPr>
          <a:lstStyle/>
          <a:p>
            <a:r>
              <a:rPr lang="en-CA" sz="2800" dirty="0">
                <a:latin typeface="+mj-lt"/>
              </a:rPr>
              <a:t>Designation: Phishing</a:t>
            </a:r>
          </a:p>
        </p:txBody>
      </p:sp>
      <p:sp>
        <p:nvSpPr>
          <p:cNvPr id="18" name="Arrow: Left 17">
            <a:extLst>
              <a:ext uri="{FF2B5EF4-FFF2-40B4-BE49-F238E27FC236}">
                <a16:creationId xmlns:a16="http://schemas.microsoft.com/office/drawing/2014/main" id="{3BC4EE80-FCB7-194B-388A-52D8BBDED1A0}"/>
              </a:ext>
            </a:extLst>
          </p:cNvPr>
          <p:cNvSpPr/>
          <p:nvPr/>
        </p:nvSpPr>
        <p:spPr>
          <a:xfrm rot="10800000">
            <a:off x="4100384" y="1690687"/>
            <a:ext cx="1679199" cy="334927"/>
          </a:xfrm>
          <a:prstGeom prst="leftArrow">
            <a:avLst>
              <a:gd name="adj1" fmla="val 4009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Arrow: Left 14">
            <a:extLst>
              <a:ext uri="{FF2B5EF4-FFF2-40B4-BE49-F238E27FC236}">
                <a16:creationId xmlns:a16="http://schemas.microsoft.com/office/drawing/2014/main" id="{D00B766F-1F37-35BA-E4F7-7FF9A76BB498}"/>
              </a:ext>
            </a:extLst>
          </p:cNvPr>
          <p:cNvSpPr/>
          <p:nvPr/>
        </p:nvSpPr>
        <p:spPr>
          <a:xfrm rot="10800000">
            <a:off x="4134634" y="2392016"/>
            <a:ext cx="1644949" cy="19929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Left 16">
            <a:extLst>
              <a:ext uri="{FF2B5EF4-FFF2-40B4-BE49-F238E27FC236}">
                <a16:creationId xmlns:a16="http://schemas.microsoft.com/office/drawing/2014/main" id="{EA9A3C75-92EF-D374-638D-771F97FB5F6E}"/>
              </a:ext>
            </a:extLst>
          </p:cNvPr>
          <p:cNvSpPr/>
          <p:nvPr/>
        </p:nvSpPr>
        <p:spPr>
          <a:xfrm rot="10800000">
            <a:off x="1973830" y="4694590"/>
            <a:ext cx="3805753" cy="4727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315221C0-3700-609E-5ADD-7410EF4D9615}"/>
              </a:ext>
            </a:extLst>
          </p:cNvPr>
          <p:cNvSpPr txBox="1"/>
          <p:nvPr/>
        </p:nvSpPr>
        <p:spPr>
          <a:xfrm>
            <a:off x="6096000" y="1319542"/>
            <a:ext cx="5799589"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If the sender is a real financial institution, any official communications would be sent from the organization’s domain, and a bank wouldn’t simply call themselves “</a:t>
            </a:r>
            <a:r>
              <a:rPr lang="en-CA" sz="1600" i="1" dirty="0"/>
              <a:t>Bank</a:t>
            </a:r>
            <a:r>
              <a:rPr lang="en-CA" sz="1600" dirty="0"/>
              <a:t>”.</a:t>
            </a:r>
          </a:p>
        </p:txBody>
      </p:sp>
      <p:sp>
        <p:nvSpPr>
          <p:cNvPr id="7" name="TextBox 6">
            <a:extLst>
              <a:ext uri="{FF2B5EF4-FFF2-40B4-BE49-F238E27FC236}">
                <a16:creationId xmlns:a16="http://schemas.microsoft.com/office/drawing/2014/main" id="{2DEE41A9-3E8A-4731-D16E-FBF0888EC09C}"/>
              </a:ext>
            </a:extLst>
          </p:cNvPr>
          <p:cNvSpPr txBox="1"/>
          <p:nvPr/>
        </p:nvSpPr>
        <p:spPr>
          <a:xfrm>
            <a:off x="6096000" y="2392016"/>
            <a:ext cx="5799589"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There is a reply-to address that uses Gmail, which a legitimate organization would never do, as they could be using their own email domain.</a:t>
            </a:r>
          </a:p>
        </p:txBody>
      </p:sp>
      <p:sp>
        <p:nvSpPr>
          <p:cNvPr id="8" name="Arrow: Bent 7">
            <a:extLst>
              <a:ext uri="{FF2B5EF4-FFF2-40B4-BE49-F238E27FC236}">
                <a16:creationId xmlns:a16="http://schemas.microsoft.com/office/drawing/2014/main" id="{290DF6F7-D82A-EAE5-5BAD-837DF29B5D30}"/>
              </a:ext>
            </a:extLst>
          </p:cNvPr>
          <p:cNvSpPr/>
          <p:nvPr/>
        </p:nvSpPr>
        <p:spPr>
          <a:xfrm rot="10800000" flipH="1">
            <a:off x="2296263" y="3010141"/>
            <a:ext cx="3483319" cy="83099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9" name="TextBox 8">
            <a:extLst>
              <a:ext uri="{FF2B5EF4-FFF2-40B4-BE49-F238E27FC236}">
                <a16:creationId xmlns:a16="http://schemas.microsoft.com/office/drawing/2014/main" id="{E9E243BD-48AF-C859-468E-BDE71A7BDCA7}"/>
              </a:ext>
            </a:extLst>
          </p:cNvPr>
          <p:cNvSpPr txBox="1"/>
          <p:nvPr/>
        </p:nvSpPr>
        <p:spPr>
          <a:xfrm>
            <a:off x="6096001" y="3168457"/>
            <a:ext cx="5925424"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No personalized information is a potential indicator of a phishing email. This sentence should say “</a:t>
            </a:r>
            <a:r>
              <a:rPr lang="en-CA" sz="1600" i="1" dirty="0"/>
              <a:t>Please find </a:t>
            </a:r>
            <a:r>
              <a:rPr lang="en-CA" sz="1600" b="1" i="1" dirty="0"/>
              <a:t>THE </a:t>
            </a:r>
            <a:r>
              <a:rPr lang="en-CA" sz="1600" i="1" dirty="0"/>
              <a:t>attached bank slip…</a:t>
            </a:r>
            <a:r>
              <a:rPr lang="en-CA" sz="1600" dirty="0"/>
              <a:t>”, a typo which indicates a potential phishing attempt. </a:t>
            </a:r>
          </a:p>
        </p:txBody>
      </p:sp>
      <p:sp>
        <p:nvSpPr>
          <p:cNvPr id="10" name="TextBox 9">
            <a:extLst>
              <a:ext uri="{FF2B5EF4-FFF2-40B4-BE49-F238E27FC236}">
                <a16:creationId xmlns:a16="http://schemas.microsoft.com/office/drawing/2014/main" id="{438CDF8D-962E-78B8-A097-4C0DED8C44DB}"/>
              </a:ext>
            </a:extLst>
          </p:cNvPr>
          <p:cNvSpPr txBox="1"/>
          <p:nvPr/>
        </p:nvSpPr>
        <p:spPr>
          <a:xfrm>
            <a:off x="6095999" y="4237088"/>
            <a:ext cx="5799589" cy="1815882"/>
          </a:xfrm>
          <a:prstGeom prst="rect">
            <a:avLst/>
          </a:prstGeom>
          <a:noFill/>
        </p:spPr>
        <p:txBody>
          <a:bodyPr wrap="square" rtlCol="0">
            <a:spAutoFit/>
          </a:bodyPr>
          <a:lstStyle/>
          <a:p>
            <a:pPr marL="285750" indent="-285750">
              <a:buFont typeface="Arial" panose="020B0604020202020204" pitchFamily="34" charset="0"/>
              <a:buChar char="•"/>
            </a:pPr>
            <a:r>
              <a:rPr lang="en-CA" sz="1600" dirty="0"/>
              <a:t>This is an extremely suspicious attachment. Rather than a .doc/.pdf/.xml file, or any other file type that would indicate a document, the attachment is a ZIP file, which could contain malware if opened. The lowercase lettering rather than discernable information about a bank slip is another indicator of fraud.  </a:t>
            </a:r>
          </a:p>
        </p:txBody>
      </p:sp>
      <p:sp>
        <p:nvSpPr>
          <p:cNvPr id="11" name="TextBox 10">
            <a:extLst>
              <a:ext uri="{FF2B5EF4-FFF2-40B4-BE49-F238E27FC236}">
                <a16:creationId xmlns:a16="http://schemas.microsoft.com/office/drawing/2014/main" id="{6ED49B51-378B-EEAF-0F08-26E29252B2DC}"/>
              </a:ext>
            </a:extLst>
          </p:cNvPr>
          <p:cNvSpPr txBox="1"/>
          <p:nvPr/>
        </p:nvSpPr>
        <p:spPr>
          <a:xfrm>
            <a:off x="6095999" y="6052970"/>
            <a:ext cx="5925424" cy="584775"/>
          </a:xfrm>
          <a:prstGeom prst="rect">
            <a:avLst/>
          </a:prstGeom>
          <a:noFill/>
        </p:spPr>
        <p:txBody>
          <a:bodyPr wrap="square" rtlCol="0">
            <a:spAutoFit/>
          </a:bodyPr>
          <a:lstStyle/>
          <a:p>
            <a:pPr marL="285750" indent="-285750">
              <a:buFont typeface="Arial" panose="020B0604020202020204" pitchFamily="34" charset="0"/>
              <a:buChar char="•"/>
            </a:pPr>
            <a:r>
              <a:rPr lang="en-CA" sz="1600" dirty="0"/>
              <a:t>Banking information should only be trusted or accessed either on the bank’s official website or in-person.</a:t>
            </a:r>
          </a:p>
        </p:txBody>
      </p:sp>
    </p:spTree>
    <p:extLst>
      <p:ext uri="{BB962C8B-B14F-4D97-AF65-F5344CB8AC3E}">
        <p14:creationId xmlns:p14="http://schemas.microsoft.com/office/powerpoint/2010/main" val="1219150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FCA0-F9BF-0BCB-FFAE-7A857BB6434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A62ABF-A763-2067-4C6E-1983E99AF4D8}"/>
              </a:ext>
            </a:extLst>
          </p:cNvPr>
          <p:cNvPicPr>
            <a:picLocks noChangeAspect="1"/>
          </p:cNvPicPr>
          <p:nvPr/>
        </p:nvPicPr>
        <p:blipFill>
          <a:blip r:embed="rId2"/>
          <a:stretch>
            <a:fillRect/>
          </a:stretch>
        </p:blipFill>
        <p:spPr>
          <a:xfrm>
            <a:off x="896707" y="1327403"/>
            <a:ext cx="4489939" cy="4642252"/>
          </a:xfrm>
          <a:prstGeom prst="rect">
            <a:avLst/>
          </a:prstGeom>
        </p:spPr>
      </p:pic>
      <p:sp>
        <p:nvSpPr>
          <p:cNvPr id="2" name="Title 1">
            <a:extLst>
              <a:ext uri="{FF2B5EF4-FFF2-40B4-BE49-F238E27FC236}">
                <a16:creationId xmlns:a16="http://schemas.microsoft.com/office/drawing/2014/main" id="{7EB20278-7D94-4B7F-BB3C-A34456A235DE}"/>
              </a:ext>
            </a:extLst>
          </p:cNvPr>
          <p:cNvSpPr>
            <a:spLocks noGrp="1"/>
          </p:cNvSpPr>
          <p:nvPr>
            <p:ph type="title"/>
          </p:nvPr>
        </p:nvSpPr>
        <p:spPr/>
        <p:txBody>
          <a:bodyPr/>
          <a:lstStyle/>
          <a:p>
            <a:r>
              <a:rPr lang="en-CA" dirty="0"/>
              <a:t>Example 4: Best Buy Delivery Problem</a:t>
            </a:r>
          </a:p>
        </p:txBody>
      </p:sp>
      <p:sp>
        <p:nvSpPr>
          <p:cNvPr id="20" name="TextBox 19">
            <a:extLst>
              <a:ext uri="{FF2B5EF4-FFF2-40B4-BE49-F238E27FC236}">
                <a16:creationId xmlns:a16="http://schemas.microsoft.com/office/drawing/2014/main" id="{6CE7AF16-930B-B7E4-C6D8-929CBE300DA8}"/>
              </a:ext>
            </a:extLst>
          </p:cNvPr>
          <p:cNvSpPr txBox="1"/>
          <p:nvPr/>
        </p:nvSpPr>
        <p:spPr>
          <a:xfrm>
            <a:off x="896707" y="5986839"/>
            <a:ext cx="4489940" cy="523220"/>
          </a:xfrm>
          <a:prstGeom prst="rect">
            <a:avLst/>
          </a:prstGeom>
          <a:noFill/>
        </p:spPr>
        <p:txBody>
          <a:bodyPr wrap="square">
            <a:spAutoFit/>
          </a:bodyPr>
          <a:lstStyle/>
          <a:p>
            <a:r>
              <a:rPr lang="en-CA" sz="2800" dirty="0">
                <a:latin typeface="+mj-lt"/>
              </a:rPr>
              <a:t>Designation: Phishing</a:t>
            </a:r>
          </a:p>
        </p:txBody>
      </p:sp>
      <p:sp>
        <p:nvSpPr>
          <p:cNvPr id="18" name="Arrow: Left 17">
            <a:extLst>
              <a:ext uri="{FF2B5EF4-FFF2-40B4-BE49-F238E27FC236}">
                <a16:creationId xmlns:a16="http://schemas.microsoft.com/office/drawing/2014/main" id="{C560626E-61E4-A840-2384-0F0974BB1C7C}"/>
              </a:ext>
            </a:extLst>
          </p:cNvPr>
          <p:cNvSpPr/>
          <p:nvPr/>
        </p:nvSpPr>
        <p:spPr>
          <a:xfrm rot="10800000">
            <a:off x="3064317" y="1310220"/>
            <a:ext cx="2914452" cy="295842"/>
          </a:xfrm>
          <a:prstGeom prst="leftArrow">
            <a:avLst>
              <a:gd name="adj1" fmla="val 4009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Arrow: Left 14">
            <a:extLst>
              <a:ext uri="{FF2B5EF4-FFF2-40B4-BE49-F238E27FC236}">
                <a16:creationId xmlns:a16="http://schemas.microsoft.com/office/drawing/2014/main" id="{854BF0CA-C643-BFC4-6110-6049FD2480B7}"/>
              </a:ext>
            </a:extLst>
          </p:cNvPr>
          <p:cNvSpPr/>
          <p:nvPr/>
        </p:nvSpPr>
        <p:spPr>
          <a:xfrm rot="10800000">
            <a:off x="5386646" y="2480304"/>
            <a:ext cx="592123" cy="19929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Left 16">
            <a:extLst>
              <a:ext uri="{FF2B5EF4-FFF2-40B4-BE49-F238E27FC236}">
                <a16:creationId xmlns:a16="http://schemas.microsoft.com/office/drawing/2014/main" id="{E054B0B7-0117-F4B5-054F-0ABFB3E5FDAC}"/>
              </a:ext>
            </a:extLst>
          </p:cNvPr>
          <p:cNvSpPr/>
          <p:nvPr/>
        </p:nvSpPr>
        <p:spPr>
          <a:xfrm rot="10800000">
            <a:off x="1500341" y="3914202"/>
            <a:ext cx="4595659" cy="19929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Arrow: Bent 9">
            <a:extLst>
              <a:ext uri="{FF2B5EF4-FFF2-40B4-BE49-F238E27FC236}">
                <a16:creationId xmlns:a16="http://schemas.microsoft.com/office/drawing/2014/main" id="{2648B76A-A6BA-5B79-AA39-3DA20350390A}"/>
              </a:ext>
            </a:extLst>
          </p:cNvPr>
          <p:cNvSpPr/>
          <p:nvPr/>
        </p:nvSpPr>
        <p:spPr>
          <a:xfrm flipV="1">
            <a:off x="1048948" y="3475936"/>
            <a:ext cx="5047052" cy="29584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 name="Arrow: Bent 10">
            <a:extLst>
              <a:ext uri="{FF2B5EF4-FFF2-40B4-BE49-F238E27FC236}">
                <a16:creationId xmlns:a16="http://schemas.microsoft.com/office/drawing/2014/main" id="{6A2AC95B-E84A-45C8-43CE-BDF53E21133B}"/>
              </a:ext>
            </a:extLst>
          </p:cNvPr>
          <p:cNvSpPr/>
          <p:nvPr/>
        </p:nvSpPr>
        <p:spPr>
          <a:xfrm flipV="1">
            <a:off x="1048949" y="4734059"/>
            <a:ext cx="4929820" cy="40555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2" name="Arrow: Left 11">
            <a:extLst>
              <a:ext uri="{FF2B5EF4-FFF2-40B4-BE49-F238E27FC236}">
                <a16:creationId xmlns:a16="http://schemas.microsoft.com/office/drawing/2014/main" id="{E3687801-1F68-C747-8452-ED4D3F02EC21}"/>
              </a:ext>
            </a:extLst>
          </p:cNvPr>
          <p:cNvSpPr/>
          <p:nvPr/>
        </p:nvSpPr>
        <p:spPr>
          <a:xfrm rot="10800000">
            <a:off x="3064317" y="1763452"/>
            <a:ext cx="2914452" cy="295842"/>
          </a:xfrm>
          <a:prstGeom prst="leftArrow">
            <a:avLst>
              <a:gd name="adj1" fmla="val 4009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E92C74F5-C4EE-1444-3A28-E24DB00F6FF9}"/>
              </a:ext>
            </a:extLst>
          </p:cNvPr>
          <p:cNvSpPr txBox="1"/>
          <p:nvPr/>
        </p:nvSpPr>
        <p:spPr>
          <a:xfrm>
            <a:off x="6096000" y="1327403"/>
            <a:ext cx="5967154"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The email comes from the domain “fashionlab.com.us” rather than the official Best Buy domain address and is its own reply-to recipient. This is very suspicious.</a:t>
            </a:r>
          </a:p>
        </p:txBody>
      </p:sp>
      <p:sp>
        <p:nvSpPr>
          <p:cNvPr id="16" name="TextBox 15">
            <a:extLst>
              <a:ext uri="{FF2B5EF4-FFF2-40B4-BE49-F238E27FC236}">
                <a16:creationId xmlns:a16="http://schemas.microsoft.com/office/drawing/2014/main" id="{3E2B51DC-3336-AF95-E42F-632004C72F3F}"/>
              </a:ext>
            </a:extLst>
          </p:cNvPr>
          <p:cNvSpPr txBox="1"/>
          <p:nvPr/>
        </p:nvSpPr>
        <p:spPr>
          <a:xfrm>
            <a:off x="6096000" y="2147332"/>
            <a:ext cx="5199293"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If this ID doesn’t match the user’s account number, which can be verified on the official website, it is likely a false email. </a:t>
            </a:r>
          </a:p>
        </p:txBody>
      </p:sp>
      <p:sp>
        <p:nvSpPr>
          <p:cNvPr id="19" name="TextBox 18">
            <a:extLst>
              <a:ext uri="{FF2B5EF4-FFF2-40B4-BE49-F238E27FC236}">
                <a16:creationId xmlns:a16="http://schemas.microsoft.com/office/drawing/2014/main" id="{0E8303D8-A9D9-5DC9-2713-451380C7FC24}"/>
              </a:ext>
            </a:extLst>
          </p:cNvPr>
          <p:cNvSpPr txBox="1"/>
          <p:nvPr/>
        </p:nvSpPr>
        <p:spPr>
          <a:xfrm>
            <a:off x="6096000" y="2978329"/>
            <a:ext cx="5573086"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Numerous typos and formatting errors such as “</a:t>
            </a:r>
            <a:r>
              <a:rPr lang="en-CA" sz="1600" i="1" dirty="0" err="1"/>
              <a:t>Tvs</a:t>
            </a:r>
            <a:r>
              <a:rPr lang="en-CA" sz="1600" dirty="0"/>
              <a:t>” instead of “TVs” and extra spaces in the text body indicates phishing.</a:t>
            </a:r>
          </a:p>
        </p:txBody>
      </p:sp>
      <p:sp>
        <p:nvSpPr>
          <p:cNvPr id="21" name="TextBox 20">
            <a:extLst>
              <a:ext uri="{FF2B5EF4-FFF2-40B4-BE49-F238E27FC236}">
                <a16:creationId xmlns:a16="http://schemas.microsoft.com/office/drawing/2014/main" id="{219DF43D-C8DC-60F9-8480-461B8795E822}"/>
              </a:ext>
            </a:extLst>
          </p:cNvPr>
          <p:cNvSpPr txBox="1"/>
          <p:nvPr/>
        </p:nvSpPr>
        <p:spPr>
          <a:xfrm>
            <a:off x="6096000" y="3774668"/>
            <a:ext cx="5480808"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There is no user information given to verify that the sender is associated with people who have that information and “</a:t>
            </a:r>
            <a:r>
              <a:rPr lang="en-CA" sz="1600" i="1" dirty="0" err="1"/>
              <a:t>SirMadam</a:t>
            </a:r>
            <a:r>
              <a:rPr lang="en-CA" sz="1600" dirty="0"/>
              <a:t>” rather than one of the two is highly suspicious.</a:t>
            </a:r>
          </a:p>
        </p:txBody>
      </p:sp>
      <p:sp>
        <p:nvSpPr>
          <p:cNvPr id="22" name="TextBox 21">
            <a:extLst>
              <a:ext uri="{FF2B5EF4-FFF2-40B4-BE49-F238E27FC236}">
                <a16:creationId xmlns:a16="http://schemas.microsoft.com/office/drawing/2014/main" id="{C6DC95BF-FB4D-C406-8273-8C9D4040EDDC}"/>
              </a:ext>
            </a:extLst>
          </p:cNvPr>
          <p:cNvSpPr txBox="1"/>
          <p:nvPr/>
        </p:nvSpPr>
        <p:spPr>
          <a:xfrm>
            <a:off x="6096000" y="4763577"/>
            <a:ext cx="5573086" cy="1815882"/>
          </a:xfrm>
          <a:prstGeom prst="rect">
            <a:avLst/>
          </a:prstGeom>
          <a:noFill/>
        </p:spPr>
        <p:txBody>
          <a:bodyPr wrap="square" rtlCol="0">
            <a:spAutoFit/>
          </a:bodyPr>
          <a:lstStyle/>
          <a:p>
            <a:pPr marL="285750" indent="-285750">
              <a:buFont typeface="Arial" panose="020B0604020202020204" pitchFamily="34" charset="0"/>
              <a:buChar char="•"/>
            </a:pPr>
            <a:r>
              <a:rPr lang="en-CA" sz="1600" dirty="0"/>
              <a:t>No commerce organization such as Best Buy would demand an email reply, as it would likely be referred to a customer service department. </a:t>
            </a:r>
          </a:p>
          <a:p>
            <a:pPr marL="285750" indent="-285750">
              <a:buFont typeface="Arial" panose="020B0604020202020204" pitchFamily="34" charset="0"/>
              <a:buChar char="•"/>
            </a:pPr>
            <a:r>
              <a:rPr lang="en-CA" sz="1600" dirty="0"/>
              <a:t>While time may be limited when dealing with delivery problems, this sense of urgency, paired with typos such as “</a:t>
            </a:r>
            <a:r>
              <a:rPr lang="en-CA" sz="1600" i="1" dirty="0"/>
              <a:t>we will pay your money back less 17</a:t>
            </a:r>
            <a:r>
              <a:rPr lang="en-CA" sz="1600" dirty="0"/>
              <a:t>” indicates a phishing attempt. </a:t>
            </a:r>
          </a:p>
        </p:txBody>
      </p:sp>
    </p:spTree>
    <p:extLst>
      <p:ext uri="{BB962C8B-B14F-4D97-AF65-F5344CB8AC3E}">
        <p14:creationId xmlns:p14="http://schemas.microsoft.com/office/powerpoint/2010/main" val="240660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1BCAA-B000-E38E-EDEF-8F585E763496}"/>
            </a:ext>
          </a:extLst>
        </p:cNvPr>
        <p:cNvGrpSpPr/>
        <p:nvPr/>
      </p:nvGrpSpPr>
      <p:grpSpPr>
        <a:xfrm>
          <a:off x="0" y="0"/>
          <a:ext cx="0" cy="0"/>
          <a:chOff x="0" y="0"/>
          <a:chExt cx="0" cy="0"/>
        </a:xfrm>
      </p:grpSpPr>
      <p:pic>
        <p:nvPicPr>
          <p:cNvPr id="4" name="Picture 3" descr="A screen shot of a mail&#10;&#10;Description automatically generated">
            <a:extLst>
              <a:ext uri="{FF2B5EF4-FFF2-40B4-BE49-F238E27FC236}">
                <a16:creationId xmlns:a16="http://schemas.microsoft.com/office/drawing/2014/main" id="{21C049FE-6F8D-B180-957F-07B4BA32D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916" y="1326064"/>
            <a:ext cx="4020801" cy="4329553"/>
          </a:xfrm>
          <a:prstGeom prst="rect">
            <a:avLst/>
          </a:prstGeom>
        </p:spPr>
      </p:pic>
      <p:sp>
        <p:nvSpPr>
          <p:cNvPr id="2" name="Title 1">
            <a:extLst>
              <a:ext uri="{FF2B5EF4-FFF2-40B4-BE49-F238E27FC236}">
                <a16:creationId xmlns:a16="http://schemas.microsoft.com/office/drawing/2014/main" id="{9AE6ED48-F0D7-43EE-10EA-670D1279C877}"/>
              </a:ext>
            </a:extLst>
          </p:cNvPr>
          <p:cNvSpPr>
            <a:spLocks noGrp="1"/>
          </p:cNvSpPr>
          <p:nvPr>
            <p:ph type="title"/>
          </p:nvPr>
        </p:nvSpPr>
        <p:spPr/>
        <p:txBody>
          <a:bodyPr/>
          <a:lstStyle/>
          <a:p>
            <a:r>
              <a:rPr lang="en-CA" dirty="0"/>
              <a:t>Example 5: USPS but also… Paving.</a:t>
            </a:r>
          </a:p>
        </p:txBody>
      </p:sp>
      <p:sp>
        <p:nvSpPr>
          <p:cNvPr id="20" name="TextBox 19">
            <a:extLst>
              <a:ext uri="{FF2B5EF4-FFF2-40B4-BE49-F238E27FC236}">
                <a16:creationId xmlns:a16="http://schemas.microsoft.com/office/drawing/2014/main" id="{ED04495D-5503-85C8-B6AF-B9CE23279039}"/>
              </a:ext>
            </a:extLst>
          </p:cNvPr>
          <p:cNvSpPr txBox="1"/>
          <p:nvPr/>
        </p:nvSpPr>
        <p:spPr>
          <a:xfrm>
            <a:off x="896707" y="5986839"/>
            <a:ext cx="4489940" cy="523220"/>
          </a:xfrm>
          <a:prstGeom prst="rect">
            <a:avLst/>
          </a:prstGeom>
          <a:noFill/>
        </p:spPr>
        <p:txBody>
          <a:bodyPr wrap="square">
            <a:spAutoFit/>
          </a:bodyPr>
          <a:lstStyle/>
          <a:p>
            <a:r>
              <a:rPr lang="en-CA" sz="2800" dirty="0">
                <a:latin typeface="+mj-lt"/>
              </a:rPr>
              <a:t>Designation: Phishing</a:t>
            </a:r>
          </a:p>
        </p:txBody>
      </p:sp>
      <p:sp>
        <p:nvSpPr>
          <p:cNvPr id="18" name="Arrow: Left 17">
            <a:extLst>
              <a:ext uri="{FF2B5EF4-FFF2-40B4-BE49-F238E27FC236}">
                <a16:creationId xmlns:a16="http://schemas.microsoft.com/office/drawing/2014/main" id="{1DC520E6-931C-5955-BD0A-E68F58F71098}"/>
              </a:ext>
            </a:extLst>
          </p:cNvPr>
          <p:cNvSpPr/>
          <p:nvPr/>
        </p:nvSpPr>
        <p:spPr>
          <a:xfrm>
            <a:off x="4915948" y="1307742"/>
            <a:ext cx="1063857" cy="258110"/>
          </a:xfrm>
          <a:prstGeom prst="leftArrow">
            <a:avLst>
              <a:gd name="adj1" fmla="val 4009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57CA67E0-E45E-8A8C-A775-9DEBCE920A91}"/>
              </a:ext>
            </a:extLst>
          </p:cNvPr>
          <p:cNvSpPr txBox="1"/>
          <p:nvPr/>
        </p:nvSpPr>
        <p:spPr>
          <a:xfrm>
            <a:off x="6096000" y="1326064"/>
            <a:ext cx="4834855" cy="1077218"/>
          </a:xfrm>
          <a:prstGeom prst="rect">
            <a:avLst/>
          </a:prstGeom>
          <a:noFill/>
        </p:spPr>
        <p:txBody>
          <a:bodyPr wrap="square" rtlCol="0">
            <a:spAutoFit/>
          </a:bodyPr>
          <a:lstStyle/>
          <a:p>
            <a:pPr marL="285750" indent="-285750">
              <a:buFont typeface="Arial" panose="020B0604020202020204" pitchFamily="34" charset="0"/>
              <a:buChar char="•"/>
            </a:pPr>
            <a:r>
              <a:rPr lang="en-CA" sz="1600" dirty="0"/>
              <a:t>This email does not come from the official USPS domain. Coupled with the vague subject line and red flag marking importance, this is an immediate red flag. </a:t>
            </a:r>
          </a:p>
        </p:txBody>
      </p:sp>
      <p:sp>
        <p:nvSpPr>
          <p:cNvPr id="7" name="TextBox 6">
            <a:extLst>
              <a:ext uri="{FF2B5EF4-FFF2-40B4-BE49-F238E27FC236}">
                <a16:creationId xmlns:a16="http://schemas.microsoft.com/office/drawing/2014/main" id="{33C73F48-9399-6BC5-75D3-6DB3F9644B84}"/>
              </a:ext>
            </a:extLst>
          </p:cNvPr>
          <p:cNvSpPr txBox="1"/>
          <p:nvPr/>
        </p:nvSpPr>
        <p:spPr>
          <a:xfrm>
            <a:off x="6096000" y="2403282"/>
            <a:ext cx="5042084" cy="584775"/>
          </a:xfrm>
          <a:prstGeom prst="rect">
            <a:avLst/>
          </a:prstGeom>
          <a:noFill/>
        </p:spPr>
        <p:txBody>
          <a:bodyPr wrap="square" rtlCol="0">
            <a:spAutoFit/>
          </a:bodyPr>
          <a:lstStyle/>
          <a:p>
            <a:pPr marL="285750" indent="-285750">
              <a:buFont typeface="Arial" panose="020B0604020202020204" pitchFamily="34" charset="0"/>
              <a:buChar char="•"/>
            </a:pPr>
            <a:r>
              <a:rPr lang="en-CA" sz="1600" dirty="0"/>
              <a:t>Broken or removed resource links indicates a phishing attempt.</a:t>
            </a:r>
          </a:p>
        </p:txBody>
      </p:sp>
      <p:sp>
        <p:nvSpPr>
          <p:cNvPr id="10" name="TextBox 9">
            <a:extLst>
              <a:ext uri="{FF2B5EF4-FFF2-40B4-BE49-F238E27FC236}">
                <a16:creationId xmlns:a16="http://schemas.microsoft.com/office/drawing/2014/main" id="{C140DCA8-8AE6-893E-57F2-0CCCDA96DC22}"/>
              </a:ext>
            </a:extLst>
          </p:cNvPr>
          <p:cNvSpPr txBox="1"/>
          <p:nvPr/>
        </p:nvSpPr>
        <p:spPr>
          <a:xfrm>
            <a:off x="6096000" y="2988057"/>
            <a:ext cx="4960690" cy="2062103"/>
          </a:xfrm>
          <a:prstGeom prst="rect">
            <a:avLst/>
          </a:prstGeom>
          <a:noFill/>
        </p:spPr>
        <p:txBody>
          <a:bodyPr wrap="square" rtlCol="0">
            <a:spAutoFit/>
          </a:bodyPr>
          <a:lstStyle/>
          <a:p>
            <a:pPr marL="285750" indent="-285750">
              <a:buFont typeface="Arial" panose="020B0604020202020204" pitchFamily="34" charset="0"/>
              <a:buChar char="•"/>
            </a:pPr>
            <a:r>
              <a:rPr lang="en-CA" sz="1600" dirty="0"/>
              <a:t>For a delivery on August 20</a:t>
            </a:r>
            <a:r>
              <a:rPr lang="en-CA" sz="1600" baseline="30000" dirty="0"/>
              <a:t>th</a:t>
            </a:r>
            <a:r>
              <a:rPr lang="en-CA" sz="1600" dirty="0"/>
              <a:t>, the email was sent on August 26</a:t>
            </a:r>
            <a:r>
              <a:rPr lang="en-CA" sz="1600" baseline="30000" dirty="0"/>
              <a:t>th</a:t>
            </a:r>
            <a:r>
              <a:rPr lang="en-CA" sz="1600" dirty="0"/>
              <a:t>. If this were legit, it would have been sent sooner.</a:t>
            </a:r>
          </a:p>
          <a:p>
            <a:pPr marL="285750" indent="-285750">
              <a:buFont typeface="Arial" panose="020B0604020202020204" pitchFamily="34" charset="0"/>
              <a:buChar char="•"/>
            </a:pPr>
            <a:r>
              <a:rPr lang="en-CA" sz="1600" dirty="0"/>
              <a:t>There are plenty of typos and language errors in this text, such as “</a:t>
            </a:r>
            <a:r>
              <a:rPr lang="en-CA" sz="1600" i="1" dirty="0"/>
              <a:t>…</a:t>
            </a:r>
            <a:r>
              <a:rPr lang="en-CA" sz="1600" i="1" dirty="0" err="1"/>
              <a:t>could</a:t>
            </a:r>
            <a:r>
              <a:rPr lang="en-CA" sz="1600" b="1" i="1" dirty="0" err="1"/>
              <a:t>nt</a:t>
            </a:r>
            <a:r>
              <a:rPr lang="en-CA" sz="1600" b="1" i="1" dirty="0"/>
              <a:t> </a:t>
            </a:r>
            <a:r>
              <a:rPr lang="en-CA" sz="1600" i="1" dirty="0"/>
              <a:t>make the delivery of </a:t>
            </a:r>
            <a:r>
              <a:rPr lang="en-CA" sz="1600" b="1" i="1" dirty="0"/>
              <a:t>(the) </a:t>
            </a:r>
            <a:r>
              <a:rPr lang="en-CA" sz="1600" i="1" dirty="0"/>
              <a:t>parcel </a:t>
            </a:r>
            <a:r>
              <a:rPr lang="en-CA" sz="1600" b="1" i="1" dirty="0"/>
              <a:t>to you </a:t>
            </a:r>
            <a:r>
              <a:rPr lang="en-CA" sz="1600" i="1" dirty="0"/>
              <a:t>at </a:t>
            </a:r>
            <a:r>
              <a:rPr lang="en-CA" sz="1600" b="1" i="1" dirty="0"/>
              <a:t>(</a:t>
            </a:r>
            <a:r>
              <a:rPr lang="en-CA" sz="1600" i="1" dirty="0"/>
              <a:t>should be </a:t>
            </a:r>
            <a:r>
              <a:rPr lang="en-CA" sz="1600" b="1" i="1" dirty="0"/>
              <a:t>“on</a:t>
            </a:r>
            <a:r>
              <a:rPr lang="en-CA" sz="1600" i="1" dirty="0"/>
              <a:t>”, not “at”) 20</a:t>
            </a:r>
            <a:r>
              <a:rPr lang="en-CA" sz="1600" i="1" baseline="30000" dirty="0"/>
              <a:t>th</a:t>
            </a:r>
            <a:r>
              <a:rPr lang="en-CA" sz="1600" i="1" dirty="0"/>
              <a:t> August. </a:t>
            </a:r>
            <a:r>
              <a:rPr lang="en-CA" sz="1600" b="1" i="1" dirty="0"/>
              <a:t>(</a:t>
            </a:r>
            <a:r>
              <a:rPr lang="en-CA" sz="1600" i="1" dirty="0"/>
              <a:t>should be </a:t>
            </a:r>
            <a:r>
              <a:rPr lang="en-CA" sz="1600" b="1" i="1" dirty="0"/>
              <a:t>“August 20</a:t>
            </a:r>
            <a:r>
              <a:rPr lang="en-CA" sz="1600" b="1" i="1" baseline="30000" dirty="0"/>
              <a:t>th</a:t>
            </a:r>
            <a:r>
              <a:rPr lang="en-CA" sz="1600" b="1" i="1" dirty="0"/>
              <a:t>”)</a:t>
            </a:r>
          </a:p>
        </p:txBody>
      </p:sp>
      <p:sp>
        <p:nvSpPr>
          <p:cNvPr id="11" name="Arrow: Bent 10">
            <a:extLst>
              <a:ext uri="{FF2B5EF4-FFF2-40B4-BE49-F238E27FC236}">
                <a16:creationId xmlns:a16="http://schemas.microsoft.com/office/drawing/2014/main" id="{01496A5C-CCCA-DFEA-E72A-22873966D09C}"/>
              </a:ext>
            </a:extLst>
          </p:cNvPr>
          <p:cNvSpPr/>
          <p:nvPr/>
        </p:nvSpPr>
        <p:spPr>
          <a:xfrm rot="10800000" flipV="1">
            <a:off x="3951213" y="4526942"/>
            <a:ext cx="2332140" cy="45612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2" name="TextBox 11">
            <a:extLst>
              <a:ext uri="{FF2B5EF4-FFF2-40B4-BE49-F238E27FC236}">
                <a16:creationId xmlns:a16="http://schemas.microsoft.com/office/drawing/2014/main" id="{43C6834F-BF92-9BE5-10DD-9DAD5214B699}"/>
              </a:ext>
            </a:extLst>
          </p:cNvPr>
          <p:cNvSpPr txBox="1"/>
          <p:nvPr/>
        </p:nvSpPr>
        <p:spPr>
          <a:xfrm>
            <a:off x="6096000" y="4902024"/>
            <a:ext cx="4622334"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a:t>
            </a:r>
            <a:r>
              <a:rPr lang="en-CA" sz="1600" i="1" dirty="0"/>
              <a:t>Print a Shipping Label </a:t>
            </a:r>
            <a:r>
              <a:rPr lang="en-CA" sz="1600" b="1" i="1" dirty="0"/>
              <a:t>NOW</a:t>
            </a:r>
            <a:r>
              <a:rPr lang="en-CA" sz="1600" dirty="0"/>
              <a:t>” provides a suspicious call of urgency that would not be seen in an official communication.</a:t>
            </a:r>
          </a:p>
        </p:txBody>
      </p:sp>
      <p:sp>
        <p:nvSpPr>
          <p:cNvPr id="9" name="Arrow: Left 8">
            <a:extLst>
              <a:ext uri="{FF2B5EF4-FFF2-40B4-BE49-F238E27FC236}">
                <a16:creationId xmlns:a16="http://schemas.microsoft.com/office/drawing/2014/main" id="{C0ADCB82-9302-29D9-06BB-E6762299635E}"/>
              </a:ext>
            </a:extLst>
          </p:cNvPr>
          <p:cNvSpPr/>
          <p:nvPr/>
        </p:nvSpPr>
        <p:spPr>
          <a:xfrm>
            <a:off x="4555222" y="3761931"/>
            <a:ext cx="1423547" cy="103657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8CA30993-AA89-5771-028E-A1247A3083EE}"/>
              </a:ext>
            </a:extLst>
          </p:cNvPr>
          <p:cNvSpPr txBox="1"/>
          <p:nvPr/>
        </p:nvSpPr>
        <p:spPr>
          <a:xfrm>
            <a:off x="6096000" y="5733021"/>
            <a:ext cx="5042084" cy="830997"/>
          </a:xfrm>
          <a:prstGeom prst="rect">
            <a:avLst/>
          </a:prstGeom>
          <a:noFill/>
        </p:spPr>
        <p:txBody>
          <a:bodyPr wrap="square" rtlCol="0">
            <a:spAutoFit/>
          </a:bodyPr>
          <a:lstStyle/>
          <a:p>
            <a:pPr marL="285750" indent="-285750">
              <a:buFont typeface="Arial" panose="020B0604020202020204" pitchFamily="34" charset="0"/>
              <a:buChar char="•"/>
            </a:pPr>
            <a:r>
              <a:rPr lang="en-CA" sz="1600" dirty="0"/>
              <a:t>If the user is expecting a package, they should refer to the vendor or postal service themselves to verify tracking information.</a:t>
            </a:r>
          </a:p>
        </p:txBody>
      </p:sp>
    </p:spTree>
    <p:extLst>
      <p:ext uri="{BB962C8B-B14F-4D97-AF65-F5344CB8AC3E}">
        <p14:creationId xmlns:p14="http://schemas.microsoft.com/office/powerpoint/2010/main" val="3853450506"/>
      </p:ext>
    </p:extLst>
  </p:cSld>
  <p:clrMapOvr>
    <a:masterClrMapping/>
  </p:clrMapOvr>
</p:sld>
</file>

<file path=ppt/theme/theme1.xml><?xml version="1.0" encoding="utf-8"?>
<a:theme xmlns:a="http://schemas.openxmlformats.org/drawingml/2006/main" name="BrushVTI">
  <a:themeElements>
    <a:clrScheme name="AnalogousFromRegularSeedRightStep">
      <a:dk1>
        <a:srgbClr val="000000"/>
      </a:dk1>
      <a:lt1>
        <a:srgbClr val="FFFFFF"/>
      </a:lt1>
      <a:dk2>
        <a:srgbClr val="2F1B2F"/>
      </a:dk2>
      <a:lt2>
        <a:srgbClr val="F3F0F0"/>
      </a:lt2>
      <a:accent1>
        <a:srgbClr val="2CB3AF"/>
      </a:accent1>
      <a:accent2>
        <a:srgbClr val="2488C8"/>
      </a:accent2>
      <a:accent3>
        <a:srgbClr val="3656DA"/>
      </a:accent3>
      <a:accent4>
        <a:srgbClr val="5432CC"/>
      </a:accent4>
      <a:accent5>
        <a:srgbClr val="9F36DA"/>
      </a:accent5>
      <a:accent6>
        <a:srgbClr val="C824BF"/>
      </a:accent6>
      <a:hlink>
        <a:srgbClr val="BF3F43"/>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138</TotalTime>
  <Words>885</Words>
  <Application>Microsoft Office PowerPoint</Application>
  <PresentationFormat>Widescreen</PresentationFormat>
  <Paragraphs>45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Elephant</vt:lpstr>
      <vt:lpstr>BrushVTI</vt:lpstr>
      <vt:lpstr>Social Engineering    - Is it Phishing? -</vt:lpstr>
      <vt:lpstr>Example 1: Zoom Password Change</vt:lpstr>
      <vt:lpstr>Example 2: : Library Account Access</vt:lpstr>
      <vt:lpstr>Example 3: Bank Slip and ZIP</vt:lpstr>
      <vt:lpstr>Example 4: Best Buy Delivery Problem</vt:lpstr>
      <vt:lpstr>Example 5: USPS but also… Paving.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MacIntyre</dc:creator>
  <cp:lastModifiedBy>Alex MacIntyre</cp:lastModifiedBy>
  <cp:revision>1</cp:revision>
  <dcterms:created xsi:type="dcterms:W3CDTF">2024-11-08T15:21:16Z</dcterms:created>
  <dcterms:modified xsi:type="dcterms:W3CDTF">2024-11-08T17:39:45Z</dcterms:modified>
</cp:coreProperties>
</file>